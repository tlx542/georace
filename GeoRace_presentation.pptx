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–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The real-time competitive running app</a:t>
            </a:r>
          </a:p>
          <a:p>
            <a:pPr lvl="0" indent="0" marL="0">
              <a:buNone/>
            </a:pPr>
            <a:r>
              <a:rPr b="1"/>
              <a:t>Subtitle:</a:t>
            </a:r>
            <a:r>
              <a:rPr/>
              <a:t> Turn every run into an exciting duel.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–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Running alone, declining motivation</a:t>
            </a:r>
          </a:p>
          <a:p>
            <a:pPr lvl="0"/>
            <a:r>
              <a:rPr/>
              <a:t>Many runners feel demotivated when running alone</a:t>
            </a:r>
          </a:p>
          <a:p>
            <a:pPr lvl="0"/>
            <a:r>
              <a:rPr/>
              <a:t>Lack of challenge and interaction</a:t>
            </a:r>
          </a:p>
          <a:p>
            <a:pPr lvl="0"/>
            <a:r>
              <a:rPr/>
              <a:t>Difficulty measuring progress against others</a:t>
            </a:r>
          </a:p>
          <a:p>
            <a:pPr lvl="0"/>
            <a:r>
              <a:rPr/>
              <a:t>Risk of abandoning fitness goals</a:t>
            </a:r>
          </a:p>
          <a:p>
            <a:pPr lvl="0" indent="0" marL="0">
              <a:buNone/>
            </a:pPr>
            <a:r>
              <a:rPr/>
              <a:t>➡ Result: monotony, loss of motivation, practice abandonment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– Our differentiators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makes GeoRace unique</a:t>
            </a:r>
          </a:p>
          <a:p>
            <a:pPr lvl="0"/>
            <a:r>
              <a:rPr b="1"/>
              <a:t>Real-time duel to an equidistant finish point</a:t>
            </a:r>
            <a:r>
              <a:rPr/>
              <a:t> → guaranteed fairness between runners</a:t>
            </a:r>
          </a:p>
          <a:p>
            <a:pPr lvl="0"/>
            <a:r>
              <a:rPr b="1"/>
              <a:t>ELO Matchmaking</a:t>
            </a:r>
            <a:r>
              <a:rPr/>
              <a:t> → opponents of comparable level, visible progression</a:t>
            </a:r>
          </a:p>
          <a:p>
            <a:pPr lvl="0"/>
            <a:r>
              <a:rPr b="1"/>
              <a:t>Live GPS &amp; synchronized tracking</a:t>
            </a:r>
            <a:r>
              <a:rPr/>
              <a:t> → immediate competitive experience</a:t>
            </a:r>
          </a:p>
          <a:p>
            <a:pPr lvl="0"/>
            <a:r>
              <a:rPr b="1"/>
              <a:t>Privacy and security</a:t>
            </a:r>
            <a:r>
              <a:rPr/>
              <a:t> → position sharing limited to active duels</a:t>
            </a:r>
          </a:p>
          <a:p>
            <a:pPr lvl="0"/>
            <a:r>
              <a:rPr b="1"/>
              <a:t>Integrated anti-cheat</a:t>
            </a:r>
            <a:r>
              <a:rPr/>
              <a:t> (GPS anomaly detection, route verification)</a:t>
            </a:r>
          </a:p>
          <a:p>
            <a:pPr lvl="0"/>
            <a:r>
              <a:rPr b="1"/>
              <a:t>Social features</a:t>
            </a:r>
            <a:r>
              <a:rPr/>
              <a:t> → profiles, chat, badges, local leaderboards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– Why users will join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Reasons to switch to GeoRace</a:t>
            </a:r>
          </a:p>
          <a:p>
            <a:pPr lvl="0"/>
            <a:r>
              <a:rPr b="1"/>
              <a:t>Unique and fair duel experience</a:t>
            </a:r>
            <a:r>
              <a:rPr/>
              <a:t> = more fun and challenge</a:t>
            </a:r>
          </a:p>
          <a:p>
            <a:pPr lvl="0"/>
            <a:r>
              <a:rPr b="1"/>
              <a:t>Visible progression (ELO)</a:t>
            </a:r>
            <a:r>
              <a:rPr/>
              <a:t> = motivation to return</a:t>
            </a:r>
          </a:p>
          <a:p>
            <a:pPr lvl="0"/>
            <a:r>
              <a:rPr b="1"/>
              <a:t>Local events &amp; tournaments</a:t>
            </a:r>
            <a:r>
              <a:rPr/>
              <a:t> = social opportunities and rewards</a:t>
            </a:r>
          </a:p>
          <a:p>
            <a:pPr lvl="0"/>
            <a:r>
              <a:rPr b="1"/>
              <a:t>Easy friend transfer</a:t>
            </a:r>
            <a:r>
              <a:rPr/>
              <a:t> via invitations and immediate duels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– Acquisition strategy (how to steal users from competitors)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Concrete tactics to attract users</a:t>
            </a:r>
          </a:p>
          <a:p>
            <a:pPr lvl="0"/>
            <a:r>
              <a:rPr b="1"/>
              <a:t>Local targeting</a:t>
            </a:r>
            <a:r>
              <a:rPr/>
              <a:t>: organize micro-events and challenges in parks and campuses</a:t>
            </a:r>
          </a:p>
          <a:p>
            <a:pPr lvl="0"/>
            <a:r>
              <a:rPr b="1"/>
              <a:t>Partnerships</a:t>
            </a:r>
            <a:r>
              <a:rPr/>
              <a:t> with running clubs, coaches, local influencers</a:t>
            </a:r>
          </a:p>
          <a:p>
            <a:pPr lvl="0"/>
            <a:r>
              <a:rPr b="1"/>
              <a:t>Integrations &amp; entry point</a:t>
            </a:r>
            <a:r>
              <a:rPr/>
              <a:t>: simplified import from Strava/Runkeeper + friend import</a:t>
            </a:r>
          </a:p>
          <a:p>
            <a:pPr lvl="0"/>
            <a:r>
              <a:rPr b="1"/>
              <a:t>Incentive programs</a:t>
            </a:r>
            <a:r>
              <a:rPr/>
              <a:t>: free duels/initial ELO bonus, rewards, exclusive badges</a:t>
            </a:r>
          </a:p>
          <a:p>
            <a:pPr lvl="0"/>
            <a:r>
              <a:rPr b="1"/>
              <a:t>Social media campaigns</a:t>
            </a:r>
            <a:r>
              <a:rPr/>
              <a:t> showing live duels + user stories</a:t>
            </a:r>
          </a:p>
          <a:p>
            <a:pPr lvl="0"/>
            <a:r>
              <a:rPr b="1"/>
              <a:t>Differentiating features in onboarding</a:t>
            </a:r>
            <a:r>
              <a:rPr/>
              <a:t> (30s duel demonstration)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– Innovative concept: Duel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Real-time duels for everyone</a:t>
            </a:r>
          </a:p>
          <a:p>
            <a:pPr lvl="0" indent="0" marL="0">
              <a:buNone/>
            </a:pPr>
            <a:r>
              <a:rPr/>
              <a:t>🏃 </a:t>
            </a:r>
            <a:r>
              <a:rPr b="1"/>
              <a:t>REAL-TIME DUELS</a:t>
            </a:r>
            <a:r>
              <a:rPr/>
              <a:t> Face other nearby runners in spontaneous races</a:t>
            </a:r>
          </a:p>
          <a:p>
            <a:pPr lvl="0" indent="0" marL="0">
              <a:buNone/>
            </a:pPr>
            <a:r>
              <a:rPr/>
              <a:t>📍 </a:t>
            </a:r>
            <a:r>
              <a:rPr b="1"/>
              <a:t>FAIR FINISH POINT</a:t>
            </a:r>
            <a:r>
              <a:rPr/>
              <a:t> Each duel ends at an equidistant point for all participants</a:t>
            </a:r>
          </a:p>
          <a:p>
            <a:pPr lvl="0" indent="0" marL="0">
              <a:buNone/>
            </a:pPr>
            <a:r>
              <a:rPr/>
              <a:t>⚖️ </a:t>
            </a:r>
            <a:r>
              <a:rPr b="1"/>
              <a:t>FAIR COMPETITION</a:t>
            </a:r>
            <a:r>
              <a:rPr/>
              <a:t> ELO system ensures balanced matches regardless of your level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– How a duel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simple steps</a:t>
            </a:r>
          </a:p>
          <a:p>
            <a:pPr lvl="0" indent="0" marL="0">
              <a:buNone/>
            </a:pPr>
            <a:r>
              <a:rPr b="1"/>
              <a:t>01 - RUNNER DETECTION</a:t>
            </a:r>
            <a:r>
              <a:rPr/>
              <a:t> Automatic identification of active runners nearby</a:t>
            </a:r>
          </a:p>
          <a:p>
            <a:pPr lvl="0" indent="0" marL="0">
              <a:buNone/>
            </a:pPr>
            <a:r>
              <a:rPr b="1"/>
              <a:t>02 - FAIR FINISH POINT</a:t>
            </a:r>
            <a:r>
              <a:rPr/>
              <a:t> Algorithmic calculation of a point accessible at equal distance for all</a:t>
            </a:r>
          </a:p>
          <a:p>
            <a:pPr lvl="0" indent="0" marL="0">
              <a:buNone/>
            </a:pPr>
            <a:r>
              <a:rPr b="1"/>
              <a:t>03 - SIMULTANEOUS START</a:t>
            </a:r>
            <a:r>
              <a:rPr/>
              <a:t> Synchronized countdown after mutual acceptance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– A GeoRace duel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Typical scenario:</a:t>
            </a:r>
          </a:p>
          <a:p>
            <a:pPr lvl="0" indent="-342900" marL="342900">
              <a:buAutoNum type="arabicPeriod"/>
            </a:pPr>
            <a:r>
              <a:rPr b="1"/>
              <a:t>You start your run</a:t>
            </a:r>
            <a:r>
              <a:rPr/>
              <a:t> → the app detects 3 runners within 800m</a:t>
            </a:r>
          </a:p>
          <a:p>
            <a:pPr lvl="0" indent="-342900" marL="342900">
              <a:buAutoNum type="arabicPeriod"/>
            </a:pPr>
            <a:r>
              <a:rPr b="1"/>
              <a:t>Duel proposal</a:t>
            </a:r>
            <a:r>
              <a:rPr/>
              <a:t> → notification “Paul (ELO 1420) challenges you”</a:t>
            </a:r>
          </a:p>
          <a:p>
            <a:pPr lvl="0" indent="-342900" marL="342900">
              <a:buAutoNum type="arabicPeriod"/>
            </a:pPr>
            <a:r>
              <a:rPr b="1"/>
              <a:t>You accept</a:t>
            </a:r>
            <a:r>
              <a:rPr/>
              <a:t> → the system calculates a finish point at 1.2km for each</a:t>
            </a:r>
          </a:p>
          <a:p>
            <a:pPr lvl="0" indent="-342900" marL="342900">
              <a:buAutoNum type="arabicPeriod"/>
            </a:pPr>
            <a:r>
              <a:rPr b="1"/>
              <a:t>Start in 10 seconds</a:t>
            </a:r>
            <a:r>
              <a:rPr/>
              <a:t> → countdown</a:t>
            </a:r>
          </a:p>
          <a:p>
            <a:pPr lvl="0" indent="-342900" marL="342900">
              <a:buAutoNum type="arabicPeriod"/>
            </a:pPr>
            <a:r>
              <a:rPr b="1"/>
              <a:t>Live race</a:t>
            </a:r>
            <a:r>
              <a:rPr/>
              <a:t> → GPS guides you, opponent’s position visible</a:t>
            </a:r>
          </a:p>
          <a:p>
            <a:pPr lvl="0" indent="-342900" marL="342900">
              <a:buAutoNum type="arabicPeriod"/>
            </a:pPr>
            <a:r>
              <a:rPr b="1"/>
              <a:t>Finish</a:t>
            </a:r>
            <a:r>
              <a:rPr/>
              <a:t> → +25 ELO, badge “5 consecutive victories” unlocked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– Quick demo (key points for presentation)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Presentation script - Key points to emphasize</a:t>
            </a:r>
          </a:p>
          <a:p>
            <a:pPr lvl="0"/>
            <a:r>
              <a:rPr b="1"/>
              <a:t>Equidistant finish point</a:t>
            </a:r>
            <a:r>
              <a:rPr/>
              <a:t>: “Each runner covers exactly the same distance - total fairness”</a:t>
            </a:r>
          </a:p>
          <a:p>
            <a:pPr lvl="0"/>
            <a:r>
              <a:rPr b="1"/>
              <a:t>ELO Matchmaking</a:t>
            </a:r>
            <a:r>
              <a:rPr/>
              <a:t>: “You always face someone at your level - neither too easy nor impossible”</a:t>
            </a:r>
          </a:p>
          <a:p>
            <a:pPr lvl="0"/>
            <a:r>
              <a:rPr b="1"/>
              <a:t>Real-time duel</a:t>
            </a:r>
            <a:r>
              <a:rPr/>
              <a:t>: “No after-the-fact comparison - it’s a real race, now”</a:t>
            </a:r>
          </a:p>
          <a:p>
            <a:pPr lvl="0"/>
            <a:r>
              <a:rPr b="1"/>
              <a:t>Security and privacy</a:t>
            </a:r>
            <a:r>
              <a:rPr/>
              <a:t>: “Your position is only visible during active duels”</a:t>
            </a:r>
          </a:p>
          <a:p>
            <a:pPr lvl="0"/>
            <a:r>
              <a:rPr b="1"/>
              <a:t>Anti-cheat</a:t>
            </a:r>
            <a:r>
              <a:rPr/>
              <a:t>: “Automatic GPS anomaly detection - no cheaters”</a:t>
            </a:r>
          </a:p>
          <a:p>
            <a:pPr lvl="0"/>
            <a:r>
              <a:rPr b="1"/>
              <a:t>Social engagement</a:t>
            </a:r>
            <a:r>
              <a:rPr/>
              <a:t>: “Profiles, chat, badges, local tournaments - a real community”</a:t>
            </a:r>
          </a:p>
          <a:p>
            <a:pPr lvl="0" indent="0" marL="0">
              <a:buNone/>
            </a:pPr>
            <a:r>
              <a:rPr b="1"/>
              <a:t>Key message</a:t>
            </a:r>
            <a:r>
              <a:rPr/>
              <a:t>: Fair real-time dueling changes everything - it’s no longer tracking, it’s competition!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– Social aspect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Build a runner community</a:t>
            </a:r>
          </a:p>
          <a:p>
            <a:pPr lvl="0" indent="0" marL="0">
              <a:buNone/>
            </a:pPr>
            <a:r>
              <a:rPr b="1"/>
              <a:t>01 - BALANCED MATCHMAKING</a:t>
            </a:r>
            <a:r>
              <a:rPr/>
              <a:t> Automatic connection between runners of similar levels through ELO</a:t>
            </a:r>
          </a:p>
          <a:p>
            <a:pPr lvl="0" indent="0" marL="0">
              <a:buNone/>
            </a:pPr>
            <a:r>
              <a:rPr b="1"/>
              <a:t>02 - DISCUSSION AND SHARING</a:t>
            </a:r>
            <a:r>
              <a:rPr/>
              <a:t> Live chat, friend adding, detailed profiles with statistics</a:t>
            </a:r>
          </a:p>
          <a:p>
            <a:pPr lvl="0" indent="0" marL="0">
              <a:buNone/>
            </a:pPr>
            <a:r>
              <a:rPr b="1"/>
              <a:t>03 - COMMUNITY EVENTS</a:t>
            </a:r>
            <a:r>
              <a:rPr/>
              <a:t> Organized races, collective challenges, local leagues by city/neighborhood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– ELO ranking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Fair competition and motivating progression</a:t>
            </a:r>
          </a:p>
          <a:p>
            <a:pPr lvl="0" indent="0" marL="0">
              <a:buNone/>
            </a:pPr>
            <a:r>
              <a:rPr b="1"/>
              <a:t>01 - BALANCED MATCHES</a:t>
            </a:r>
            <a:r>
              <a:rPr/>
              <a:t> ELO algorithm pairs you with runners of similar level</a:t>
            </a:r>
          </a:p>
          <a:p>
            <a:pPr lvl="0" indent="0" marL="0">
              <a:buNone/>
            </a:pPr>
            <a:r>
              <a:rPr b="1"/>
              <a:t>02 - VISIBLE PROGRESSION</a:t>
            </a:r>
            <a:r>
              <a:rPr/>
              <a:t> Track your rise in rankings (Bronze → Silver → Gold → Platinum)</a:t>
            </a:r>
          </a:p>
          <a:p>
            <a:pPr lvl="0" indent="0" marL="0">
              <a:buNone/>
            </a:pPr>
            <a:r>
              <a:rPr b="1"/>
              <a:t>03 - REWARDS AND BADGES</a:t>
            </a:r>
            <a:r>
              <a:rPr/>
              <a:t> Unlock achievements at each level reached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�� Slide 12 – GeoRace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More than a running app</a:t>
            </a:r>
          </a:p>
          <a:p>
            <a:pPr lvl="0" indent="0" marL="0">
              <a:buNone/>
            </a:pPr>
            <a:r>
              <a:rPr b="1"/>
              <a:t>01 - INCREASED MOTIVATION</a:t>
            </a:r>
            <a:r>
              <a:rPr/>
              <a:t> Each outing becomes a concrete and exciting challenge</a:t>
            </a:r>
          </a:p>
          <a:p>
            <a:pPr lvl="0" indent="0" marL="0">
              <a:buNone/>
            </a:pPr>
            <a:r>
              <a:rPr b="1"/>
              <a:t>02 - PERFORMANCE IMPROVEMENT</a:t>
            </a:r>
            <a:r>
              <a:rPr/>
              <a:t> Competition naturally pushes self-improvement</a:t>
            </a:r>
          </a:p>
          <a:p>
            <a:pPr lvl="0" indent="0" marL="0">
              <a:buNone/>
            </a:pPr>
            <a:r>
              <a:rPr b="1"/>
              <a:t>03 - SOCIAL WELL-BEING</a:t>
            </a:r>
            <a:r>
              <a:rPr/>
              <a:t> Meet and interact with other passionate runners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–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Technology serving performance</a:t>
            </a:r>
          </a:p>
          <a:p>
            <a:pPr lvl="0"/>
            <a:r>
              <a:rPr b="1"/>
              <a:t>High-precision GPS</a:t>
            </a:r>
            <a:r>
              <a:rPr/>
              <a:t>: real-time tracking during duels</a:t>
            </a:r>
          </a:p>
          <a:p>
            <a:pPr lvl="0"/>
            <a:r>
              <a:rPr b="1"/>
              <a:t>Intelligent algorithm</a:t>
            </a:r>
            <a:r>
              <a:rPr/>
              <a:t>: calculation of accessible equidistant points</a:t>
            </a:r>
          </a:p>
          <a:p>
            <a:pPr lvl="0"/>
            <a:r>
              <a:rPr b="1"/>
              <a:t>Security</a:t>
            </a:r>
            <a:r>
              <a:rPr/>
              <a:t>: position visible only during active duel</a:t>
            </a:r>
          </a:p>
          <a:p>
            <a:pPr lvl="0"/>
            <a:r>
              <a:rPr b="1"/>
              <a:t>Anti-cheat</a:t>
            </a:r>
            <a:r>
              <a:rPr/>
              <a:t>: abnormal speed detection and community validation</a:t>
            </a:r>
          </a:p>
          <a:p>
            <a:pPr lvl="0"/>
            <a:r>
              <a:rPr b="1"/>
              <a:t>Battery optimization</a:t>
            </a:r>
            <a:r>
              <a:rPr/>
              <a:t>: energy-saving mode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– Target 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Who uses GeoRace?</a:t>
            </a:r>
          </a:p>
          <a:p>
            <a:pPr lvl="0"/>
            <a:r>
              <a:rPr/>
              <a:t>🏃‍♂️ </a:t>
            </a:r>
            <a:r>
              <a:rPr b="1"/>
              <a:t>Regular runners</a:t>
            </a:r>
            <a:r>
              <a:rPr/>
              <a:t>: seeking to improve their performance</a:t>
            </a:r>
          </a:p>
          <a:p>
            <a:pPr lvl="0"/>
            <a:r>
              <a:rPr/>
              <a:t>👟 </a:t>
            </a:r>
            <a:r>
              <a:rPr b="1"/>
              <a:t>Occasional runners</a:t>
            </a:r>
            <a:r>
              <a:rPr/>
              <a:t>: need motivation to stay consistent</a:t>
            </a:r>
          </a:p>
          <a:p>
            <a:pPr lvl="0"/>
            <a:r>
              <a:rPr/>
              <a:t>🏅 </a:t>
            </a:r>
            <a:r>
              <a:rPr b="1"/>
              <a:t>Competitive runners</a:t>
            </a:r>
            <a:r>
              <a:rPr/>
              <a:t>: want to test their level between official races</a:t>
            </a:r>
          </a:p>
          <a:p>
            <a:pPr lvl="0"/>
            <a:r>
              <a:rPr/>
              <a:t>👥 </a:t>
            </a:r>
            <a:r>
              <a:rPr b="1"/>
              <a:t>New runners</a:t>
            </a:r>
            <a:r>
              <a:rPr/>
              <a:t>: looking for a motivating community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– Differentiation vs competitors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other apps don’t do:</a:t>
            </a:r>
          </a:p>
          <a:p>
            <a:pPr lvl="0"/>
            <a:r>
              <a:rPr b="1"/>
              <a:t>Strava</a:t>
            </a:r>
            <a:r>
              <a:rPr/>
              <a:t> → social network, no real-time competition</a:t>
            </a:r>
          </a:p>
          <a:p>
            <a:pPr lvl="0"/>
            <a:r>
              <a:rPr b="1"/>
              <a:t>Nike Run Club</a:t>
            </a:r>
            <a:r>
              <a:rPr/>
              <a:t> → tracking + asynchronous challenges</a:t>
            </a:r>
          </a:p>
          <a:p>
            <a:pPr lvl="0"/>
            <a:r>
              <a:rPr b="1"/>
              <a:t>Runkeeper</a:t>
            </a:r>
            <a:r>
              <a:rPr/>
              <a:t> → basic GPS without interaction</a:t>
            </a:r>
          </a:p>
          <a:p>
            <a:pPr lvl="0" indent="0" marL="0">
              <a:buNone/>
            </a:pPr>
            <a:r>
              <a:rPr b="1"/>
              <a:t>GeoRace combines:</a:t>
            </a:r>
          </a:p>
          <a:p>
            <a:pPr lvl="0" indent="0" marL="1270000">
              <a:buNone/>
            </a:pPr>
            <a:r>
              <a:rPr sz="2000"/>
              <a:t>Spontaneous real-time duels + Fair finish point + ELO Matchmaking</a:t>
            </a:r>
          </a:p>
          <a:p>
            <a:pPr lvl="0" indent="0" marL="0">
              <a:buNone/>
            </a:pPr>
            <a:r>
              <a:rPr b="1"/>
              <a:t>= Unique concept in the market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– 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Freemium with added value</a:t>
            </a:r>
          </a:p>
          <a:p>
            <a:pPr lvl="0" indent="0" marL="0">
              <a:buNone/>
            </a:pPr>
            <a:r>
              <a:rPr b="1"/>
              <a:t>Free:</a:t>
            </a:r>
            <a:r>
              <a:rPr/>
              <a:t> * 3 duels per day * ELO ranking * Basic statistics * Community events</a:t>
            </a:r>
          </a:p>
          <a:p>
            <a:pPr lvl="0" indent="0" marL="0">
              <a:buNone/>
            </a:pPr>
            <a:r>
              <a:rPr b="1"/>
              <a:t>Premium (€4.99/month):</a:t>
            </a:r>
            <a:r>
              <a:rPr/>
              <a:t> * Unlimited duels * Advanced statistics * Profile customization * Training mode against your records * No ads</a:t>
            </a:r>
          </a:p>
          <a:p>
            <a:pPr lvl="0" indent="0" marL="0">
              <a:buNone/>
            </a:pPr>
            <a:r>
              <a:rPr b="1"/>
              <a:t>Additional revenues:</a:t>
            </a:r>
            <a:r>
              <a:rPr/>
              <a:t> * Brand partnerships (Nike, Adidas) * Premium events with prizes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–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Progressive deployment</a:t>
            </a:r>
          </a:p>
          <a:p>
            <a:pPr lvl="0" indent="0" marL="0">
              <a:buNone/>
            </a:pPr>
            <a:r>
              <a:rPr b="1"/>
              <a:t>Phase 1 (6 months) - MVP</a:t>
            </a:r>
            <a:r>
              <a:rPr/>
              <a:t> * 1v1 real-time duels * ELO system * Test in 2-3 pilot cities * </a:t>
            </a:r>
            <a:r>
              <a:rPr b="1"/>
              <a:t>Goal: 500 active users</a:t>
            </a:r>
          </a:p>
          <a:p>
            <a:pPr lvl="0" indent="0" marL="0">
              <a:buNone/>
            </a:pPr>
            <a:r>
              <a:rPr b="1"/>
              <a:t>Phase 2 (12 months) - Gamification</a:t>
            </a:r>
            <a:r>
              <a:rPr/>
              <a:t> * Badges, statistics, profiles * Community events * </a:t>
            </a:r>
            <a:r>
              <a:rPr b="1"/>
              <a:t>Goal: 5,000 users</a:t>
            </a:r>
          </a:p>
          <a:p>
            <a:pPr lvl="0" indent="0" marL="0">
              <a:buNone/>
            </a:pPr>
            <a:r>
              <a:rPr b="1"/>
              <a:t>Phase 3 (24 months) - Scale</a:t>
            </a:r>
            <a:r>
              <a:rPr/>
              <a:t> * Premium version * Multi-player duels * National expansion * </a:t>
            </a:r>
            <a:r>
              <a:rPr b="1"/>
              <a:t>Goal: 50,000 users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– 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Anticipating obstacles</a:t>
            </a:r>
          </a:p>
          <a:p>
            <a:pPr lvl="0" indent="0" marL="0">
              <a:buNone/>
            </a:pPr>
            <a:r>
              <a:rPr b="1"/>
              <a:t>Challenge: Runner safety</a:t>
            </a:r>
            <a:r>
              <a:rPr/>
              <a:t> → Safety alerts, “cautious race” mode</a:t>
            </a:r>
          </a:p>
          <a:p>
            <a:pPr lvl="0" indent="0" marL="0">
              <a:buNone/>
            </a:pPr>
            <a:r>
              <a:rPr b="1"/>
              <a:t>Challenge: Rural areas (few users)</a:t>
            </a:r>
            <a:r>
              <a:rPr/>
              <a:t> → Asynchronous mode against “ghost runners”</a:t>
            </a:r>
          </a:p>
          <a:p>
            <a:pPr lvl="0" indent="0" marL="0">
              <a:buNone/>
            </a:pPr>
            <a:r>
              <a:rPr b="1"/>
              <a:t>Challenge: Cheating (bike, car)</a:t>
            </a:r>
            <a:r>
              <a:rPr/>
              <a:t> → Abnormal speed detection + community validation</a:t>
            </a:r>
          </a:p>
          <a:p>
            <a:pPr lvl="0" indent="0" marL="0">
              <a:buNone/>
            </a:pPr>
            <a:r>
              <a:rPr b="1"/>
              <a:t>Challenge: Privacy</a:t>
            </a:r>
            <a:r>
              <a:rPr/>
              <a:t> → Position visible only during duel, user blocking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–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GeoRace doesn’t just track your runs. We transform running into a </a:t>
            </a:r>
            <a:r>
              <a:rPr sz="2000" b="1"/>
              <a:t>social, competitive, and motivating experience</a:t>
            </a:r>
            <a:r>
              <a:rPr sz="2000"/>
              <a:t> accessible to everyone, everywhere, anytime.</a:t>
            </a:r>
          </a:p>
          <a:p>
            <a:pPr lvl="0" indent="0" marL="0">
              <a:buNone/>
            </a:pPr>
            <a:r>
              <a:rPr b="1"/>
              <a:t>Our ambition:</a:t>
            </a:r>
            <a:r>
              <a:rPr/>
              <a:t> Become the reference for real-time competitive running and create a global community of runners passionate about challenges.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– Final message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Every run is a duel. Every duel is an opportunity. Transform your motivation.</a:t>
            </a:r>
          </a:p>
          <a:p>
            <a:pPr lvl="0" indent="0" marL="0">
              <a:buNone/>
            </a:pPr>
            <a:r>
              <a:rPr b="1"/>
              <a:t>Ready to take on the challenge?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2026-02-10T09:05:59Z</dcterms:created>
  <dcterms:modified xsi:type="dcterms:W3CDTF">2026-02-10T09:05:59Z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