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– Titre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L’application de course compétitive en temps réel</a:t>
            </a:r>
          </a:p>
          <a:p>
            <a:pPr lvl="0" indent="0" marL="0">
              <a:buNone/>
            </a:pPr>
            <a:r>
              <a:rPr b="1"/>
              <a:t>Sous‑titre :</a:t>
            </a:r>
            <a:r>
              <a:rPr/>
              <a:t> Transformez chaque sortie running en duel excitant.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–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Courir seul, une motivation en berne</a:t>
            </a:r>
          </a:p>
          <a:p>
            <a:pPr lvl="0"/>
            <a:r>
              <a:rPr/>
              <a:t>De nombreux coureurs se sentent démotivés seuls</a:t>
            </a:r>
          </a:p>
          <a:p>
            <a:pPr lvl="0"/>
            <a:r>
              <a:rPr/>
              <a:t>Manque de défi et d’interaction</a:t>
            </a:r>
          </a:p>
          <a:p>
            <a:pPr lvl="0"/>
            <a:r>
              <a:rPr/>
              <a:t>Difficulté à mesurer ses progrès face à d’autres</a:t>
            </a:r>
          </a:p>
          <a:p>
            <a:pPr lvl="0"/>
            <a:r>
              <a:rPr/>
              <a:t>Risque d’abandon des objectifs sportifs</a:t>
            </a:r>
          </a:p>
          <a:p>
            <a:pPr lvl="0" indent="0" marL="0">
              <a:buNone/>
            </a:pPr>
            <a:r>
              <a:rPr/>
              <a:t>➡ Résultat : monotonie, perte de motivation, arrêt de la pratique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– Concept innovant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Duels en temps réel pour tous</a:t>
            </a:r>
          </a:p>
          <a:p>
            <a:pPr lvl="0" indent="0" marL="0">
              <a:buNone/>
            </a:pPr>
            <a:r>
              <a:rPr/>
              <a:t>🏃 </a:t>
            </a:r>
            <a:r>
              <a:rPr b="1"/>
              <a:t>DUELS EN TEMPS RÉEL</a:t>
            </a:r>
            <a:r>
              <a:rPr/>
              <a:t> Affrontez d’autres coureurs à proximité dans des courses spontanées</a:t>
            </a:r>
          </a:p>
          <a:p>
            <a:pPr lvl="0" indent="0" marL="0">
              <a:buNone/>
            </a:pPr>
            <a:r>
              <a:rPr/>
              <a:t>📍 </a:t>
            </a:r>
            <a:r>
              <a:rPr b="1"/>
              <a:t>POINT D’ARRIVÉE ÉQUITABLE</a:t>
            </a:r>
            <a:r>
              <a:rPr/>
              <a:t> Chaque duel se termine à un point équidistant pour tous les participants</a:t>
            </a:r>
          </a:p>
          <a:p>
            <a:pPr lvl="0" indent="0" marL="0">
              <a:buNone/>
            </a:pPr>
            <a:r>
              <a:rPr/>
              <a:t>⚖️ </a:t>
            </a:r>
            <a:r>
              <a:rPr b="1"/>
              <a:t>COMPÉTITION JUSTE</a:t>
            </a:r>
            <a:r>
              <a:rPr/>
              <a:t> Système ELO garantit des matchs équilibrés quel que soit votre niveau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– Fonctionnement d’un duel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étapes simples</a:t>
            </a:r>
          </a:p>
          <a:p>
            <a:pPr lvl="0" indent="0" marL="0">
              <a:buNone/>
            </a:pPr>
            <a:r>
              <a:rPr b="1"/>
              <a:t>01 - DÉTECTION DES COUREURS</a:t>
            </a:r>
            <a:r>
              <a:rPr/>
              <a:t> Identification automatique des coureurs actifs à proximité</a:t>
            </a:r>
          </a:p>
          <a:p>
            <a:pPr lvl="0" indent="0" marL="0">
              <a:buNone/>
            </a:pPr>
            <a:r>
              <a:rPr b="1"/>
              <a:t>02 - POINT D’ARRIVÉE ÉQUITABLE</a:t>
            </a:r>
            <a:r>
              <a:rPr/>
              <a:t> Calcul algorithmique d’un point accessible à distance ��gale pour tous</a:t>
            </a:r>
          </a:p>
          <a:p>
            <a:pPr lvl="0" indent="0" marL="0">
              <a:buNone/>
            </a:pPr>
            <a:r>
              <a:rPr b="1"/>
              <a:t>03 - DÉPART SIMULTANÉ</a:t>
            </a:r>
            <a:r>
              <a:rPr/>
              <a:t> Compte à rebours synchronisé après acceptation mutuelle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– Un duel GeoRace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Scénario typique :</a:t>
            </a:r>
          </a:p>
          <a:p>
            <a:pPr lvl="0" indent="-342900" marL="342900">
              <a:buAutoNum type="arabicPeriod"/>
            </a:pPr>
            <a:r>
              <a:rPr b="1"/>
              <a:t>Vous commencez votre course</a:t>
            </a:r>
            <a:r>
              <a:rPr/>
              <a:t> → l’app détecte 3 coureurs dans un rayon de 800m</a:t>
            </a:r>
          </a:p>
          <a:p>
            <a:pPr lvl="0" indent="-342900" marL="342900">
              <a:buAutoNum type="arabicPeriod"/>
            </a:pPr>
            <a:r>
              <a:rPr b="1"/>
              <a:t>Proposition de duel</a:t>
            </a:r>
            <a:r>
              <a:rPr/>
              <a:t> → notification “Paul (ELO 1420) vous défie”</a:t>
            </a:r>
          </a:p>
          <a:p>
            <a:pPr lvl="0" indent="-342900" marL="342900">
              <a:buAutoNum type="arabicPeriod"/>
            </a:pPr>
            <a:r>
              <a:rPr b="1"/>
              <a:t>Vous acceptez</a:t>
            </a:r>
            <a:r>
              <a:rPr/>
              <a:t> → le système calcule un point d’arrivée à 1,2km pour chacun</a:t>
            </a:r>
          </a:p>
          <a:p>
            <a:pPr lvl="0" indent="-342900" marL="342900">
              <a:buAutoNum type="arabicPeriod"/>
            </a:pPr>
            <a:r>
              <a:rPr b="1"/>
              <a:t>Départ dans 10 secondes</a:t>
            </a:r>
            <a:r>
              <a:rPr/>
              <a:t> → compte à rebours</a:t>
            </a:r>
          </a:p>
          <a:p>
            <a:pPr lvl="0" indent="-342900" marL="342900">
              <a:buAutoNum type="arabicPeriod"/>
            </a:pPr>
            <a:r>
              <a:rPr b="1"/>
              <a:t>Course en direct</a:t>
            </a:r>
            <a:r>
              <a:rPr/>
              <a:t> → GPS vous guide, position de l’adversaire visible</a:t>
            </a:r>
          </a:p>
          <a:p>
            <a:pPr lvl="0" indent="-342900" marL="342900">
              <a:buAutoNum type="arabicPeriod"/>
            </a:pPr>
            <a:r>
              <a:rPr b="1"/>
              <a:t>Arrivée</a:t>
            </a:r>
            <a:r>
              <a:rPr/>
              <a:t> → +25 ELO, badge “5 victoires consécutives” débloqué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– Aspect social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Construisez une communauté de coureurs</a:t>
            </a:r>
          </a:p>
          <a:p>
            <a:pPr lvl="0" indent="0" marL="0">
              <a:buNone/>
            </a:pPr>
            <a:r>
              <a:rPr b="1"/>
              <a:t>01 - MATCHMAKING ÉQUILIBRÉ</a:t>
            </a:r>
            <a:r>
              <a:rPr/>
              <a:t> Connexion automatique entre coureurs de niveaux similaires grâce à l’ELO</a:t>
            </a:r>
          </a:p>
          <a:p>
            <a:pPr lvl="0" indent="0" marL="0">
              <a:buNone/>
            </a:pPr>
            <a:r>
              <a:rPr b="1"/>
              <a:t>02 - DISCUSSION ET PARTAGE</a:t>
            </a:r>
            <a:r>
              <a:rPr/>
              <a:t> Chat en direct, ajout d’amis, profils détaillés avec statistiques</a:t>
            </a:r>
          </a:p>
          <a:p>
            <a:pPr lvl="0" indent="0" marL="0">
              <a:buNone/>
            </a:pPr>
            <a:r>
              <a:rPr b="1"/>
              <a:t>03 - ÉVÉNEMENTS COMMUNAUTAIRES</a:t>
            </a:r>
            <a:r>
              <a:rPr/>
              <a:t> Courses organisées, défis collectifs, ligues locales par ville/quartier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– Système de classement ELO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Compétition équitable et progression motivante</a:t>
            </a:r>
          </a:p>
          <a:p>
            <a:pPr lvl="0" indent="0" marL="0">
              <a:buNone/>
            </a:pPr>
            <a:r>
              <a:rPr b="1"/>
              <a:t>01 - MATCHS ÉQUILIBRÉS</a:t>
            </a:r>
            <a:r>
              <a:rPr/>
              <a:t> Algorithme ELO vous oppose à des coureurs de niveau proche</a:t>
            </a:r>
          </a:p>
          <a:p>
            <a:pPr lvl="0" indent="0" marL="0">
              <a:buNone/>
            </a:pPr>
            <a:r>
              <a:rPr b="1"/>
              <a:t>02 - PROGRESSION VISIBLE</a:t>
            </a:r>
            <a:r>
              <a:rPr/>
              <a:t> Suivez votre montée dans les classements (Bronze → Argent → Or → Platine)</a:t>
            </a:r>
          </a:p>
          <a:p>
            <a:pPr lvl="0" indent="0" marL="0">
              <a:buNone/>
            </a:pPr>
            <a:r>
              <a:rPr b="1"/>
              <a:t>03 - RÉCOMPENSES ET BADGES</a:t>
            </a:r>
            <a:r>
              <a:rPr/>
              <a:t> Débloquez des achievements à chaque niveau atteint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– Bénéfices de GeoRace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Plus qu’une app de running</a:t>
            </a:r>
          </a:p>
          <a:p>
            <a:pPr lvl="0" indent="0" marL="0">
              <a:buNone/>
            </a:pPr>
            <a:r>
              <a:rPr b="1"/>
              <a:t>01 - MOTIVATION ACCRUE</a:t>
            </a:r>
            <a:r>
              <a:rPr/>
              <a:t> Chaque sortie devient un défi concret et excitant</a:t>
            </a:r>
          </a:p>
          <a:p>
            <a:pPr lvl="0" indent="0" marL="0">
              <a:buNone/>
            </a:pPr>
            <a:r>
              <a:rPr b="1"/>
              <a:t>02 - AMÉLIORATION DES PERFORMANCES</a:t>
            </a:r>
            <a:r>
              <a:rPr/>
              <a:t> La compétition pousse naturellement au dépassement de soi</a:t>
            </a:r>
          </a:p>
          <a:p>
            <a:pPr lvl="0" indent="0" marL="0">
              <a:buNone/>
            </a:pPr>
            <a:r>
              <a:rPr b="1"/>
              <a:t>03 - BIEN-ÊTRE SOCIAL</a:t>
            </a:r>
            <a:r>
              <a:rPr/>
              <a:t> Rencontrez et interagissez avec d’autres coureurs passionnés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– Fonctionnalités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Technologie au service de la performance</a:t>
            </a:r>
          </a:p>
          <a:p>
            <a:pPr lvl="0"/>
            <a:r>
              <a:rPr b="1"/>
              <a:t>GPS haute précision</a:t>
            </a:r>
            <a:r>
              <a:rPr/>
              <a:t> : tracking en temps réel pendant les duels</a:t>
            </a:r>
          </a:p>
          <a:p>
            <a:pPr lvl="0"/>
            <a:r>
              <a:rPr b="1"/>
              <a:t>Algorithme intelligent</a:t>
            </a:r>
            <a:r>
              <a:rPr/>
              <a:t> : calcul de points équidistants accessibles</a:t>
            </a:r>
          </a:p>
          <a:p>
            <a:pPr lvl="0"/>
            <a:r>
              <a:rPr b="1"/>
              <a:t>Sécurité</a:t>
            </a:r>
            <a:r>
              <a:rPr/>
              <a:t> : position visible uniquement en duel actif</a:t>
            </a:r>
          </a:p>
          <a:p>
            <a:pPr lvl="0"/>
            <a:r>
              <a:rPr b="1"/>
              <a:t>Anti-triche</a:t>
            </a:r>
            <a:r>
              <a:rPr/>
              <a:t> : détection de vitesse anormale et validation communautaire</a:t>
            </a:r>
          </a:p>
          <a:p>
            <a:pPr lvl="0"/>
            <a:r>
              <a:rPr b="1"/>
              <a:t>Optimisation batterie</a:t>
            </a:r>
            <a:r>
              <a:rPr/>
              <a:t> : mode économie d’énergie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– Cible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Qui utilise GeoRace ?</a:t>
            </a:r>
          </a:p>
          <a:p>
            <a:pPr lvl="0"/>
            <a:r>
              <a:rPr/>
              <a:t>🏃‍♂️ </a:t>
            </a:r>
            <a:r>
              <a:rPr b="1"/>
              <a:t>Coureurs réguliers</a:t>
            </a:r>
            <a:r>
              <a:rPr/>
              <a:t> : cherchent à améliorer leurs performances</a:t>
            </a:r>
          </a:p>
          <a:p>
            <a:pPr lvl="0"/>
            <a:r>
              <a:rPr/>
              <a:t>👟 </a:t>
            </a:r>
            <a:r>
              <a:rPr b="1"/>
              <a:t>Coureurs occasionnels</a:t>
            </a:r>
            <a:r>
              <a:rPr/>
              <a:t> : ont besoin de motivation pour rester réguliers</a:t>
            </a:r>
          </a:p>
          <a:p>
            <a:pPr lvl="0"/>
            <a:r>
              <a:rPr/>
              <a:t>🏅 </a:t>
            </a:r>
            <a:r>
              <a:rPr b="1"/>
              <a:t>Coureurs compétitifs</a:t>
            </a:r>
            <a:r>
              <a:rPr/>
              <a:t> : veulent tester leur niveau entre les courses officielles</a:t>
            </a:r>
          </a:p>
          <a:p>
            <a:pPr lvl="0"/>
            <a:r>
              <a:rPr/>
              <a:t>👥 </a:t>
            </a:r>
            <a:r>
              <a:rPr b="1"/>
              <a:t>Nouveaux coureurs</a:t>
            </a:r>
            <a:r>
              <a:rPr/>
              <a:t> : cherchent une communauté motivante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– Différenciation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 que les autres apps ne font pas :</a:t>
            </a:r>
          </a:p>
          <a:p>
            <a:pPr lvl="0"/>
            <a:r>
              <a:rPr b="1"/>
              <a:t>Strava</a:t>
            </a:r>
            <a:r>
              <a:rPr/>
              <a:t> → réseau social, pas de compétition temps réel</a:t>
            </a:r>
          </a:p>
          <a:p>
            <a:pPr lvl="0"/>
            <a:r>
              <a:rPr b="1"/>
              <a:t>Nike Run Club</a:t>
            </a:r>
            <a:r>
              <a:rPr/>
              <a:t> → tracking + défis asynchrones</a:t>
            </a:r>
          </a:p>
          <a:p>
            <a:pPr lvl="0"/>
            <a:r>
              <a:rPr b="1"/>
              <a:t>Runkeeper</a:t>
            </a:r>
            <a:r>
              <a:rPr/>
              <a:t> → GPS basique sans interaction</a:t>
            </a:r>
          </a:p>
          <a:p>
            <a:pPr lvl="0" indent="0" marL="0">
              <a:buNone/>
            </a:pPr>
            <a:r>
              <a:rPr b="1"/>
              <a:t>GeoRace combine :</a:t>
            </a:r>
          </a:p>
          <a:p>
            <a:pPr lvl="0" indent="0" marL="1270000">
              <a:buNone/>
            </a:pPr>
            <a:r>
              <a:rPr sz="2000"/>
              <a:t>Duels spontanés en temps réel + Point d’arrivée équitable + Matchmaking ELO</a:t>
            </a:r>
          </a:p>
          <a:p>
            <a:pPr lvl="0" indent="0" marL="0">
              <a:buNone/>
            </a:pPr>
            <a:r>
              <a:rPr b="1"/>
              <a:t>= Concept unique sur le marché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12 – Modèle économique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Freemium avec valeur ajoutée</a:t>
            </a:r>
          </a:p>
          <a:p>
            <a:pPr lvl="0" indent="0" marL="0">
              <a:buNone/>
            </a:pPr>
            <a:r>
              <a:rPr b="1"/>
              <a:t>Gratuit :</a:t>
            </a:r>
            <a:r>
              <a:rPr/>
              <a:t> * 3 duels par jour * Classement ELO * Statistiques de base * Événements communautaires</a:t>
            </a:r>
          </a:p>
          <a:p>
            <a:pPr lvl="0" indent="0" marL="0">
              <a:buNone/>
            </a:pPr>
            <a:r>
              <a:rPr b="1"/>
              <a:t>Premium (4,99€/mois) :</a:t>
            </a:r>
            <a:r>
              <a:rPr/>
              <a:t> * Duels illimités * Statistiques avancées * Personnalisation profil * Mode entraînement contre vos records * Pas de publicités</a:t>
            </a:r>
          </a:p>
          <a:p>
            <a:pPr lvl="0" indent="0" marL="0">
              <a:buNone/>
            </a:pPr>
            <a:r>
              <a:rPr b="1"/>
              <a:t>Revenus additionnels :</a:t>
            </a:r>
            <a:r>
              <a:rPr/>
              <a:t> * Partenariats marques (Nike, Adidas) * Événements premium avec prix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–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Déploiement progressif</a:t>
            </a:r>
          </a:p>
          <a:p>
            <a:pPr lvl="0" indent="0" marL="0">
              <a:buNone/>
            </a:pPr>
            <a:r>
              <a:rPr b="1"/>
              <a:t>Phase 1 (6 mois) - MVP</a:t>
            </a:r>
            <a:r>
              <a:rPr/>
              <a:t> * Duels 1v1 en temps réel * Système ELO * Test dans 2-3 villes pilotes * </a:t>
            </a:r>
            <a:r>
              <a:rPr b="1"/>
              <a:t>Objectif : 500 utilisateurs actifs</a:t>
            </a:r>
          </a:p>
          <a:p>
            <a:pPr lvl="0" indent="0" marL="0">
              <a:buNone/>
            </a:pPr>
            <a:r>
              <a:rPr b="1"/>
              <a:t>Phase 2 (12 mois) - Gamification</a:t>
            </a:r>
            <a:r>
              <a:rPr/>
              <a:t> * Badges, statistiques, profils * Événements communautaires * </a:t>
            </a:r>
            <a:r>
              <a:rPr b="1"/>
              <a:t>Objectif : 5 000 utilisateurs</a:t>
            </a:r>
          </a:p>
          <a:p>
            <a:pPr lvl="0" indent="0" marL="0">
              <a:buNone/>
            </a:pPr>
            <a:r>
              <a:rPr b="1"/>
              <a:t>Phase 3 (24 mois) - Scale</a:t>
            </a:r>
            <a:r>
              <a:rPr/>
              <a:t> * Version Premium * Duels multi-joueurs * Expansion nationale * </a:t>
            </a:r>
            <a:r>
              <a:rPr b="1"/>
              <a:t>Objectif : 50 000 utilisateurs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– Défis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Anticiper les obstacles</a:t>
            </a:r>
          </a:p>
          <a:p>
            <a:pPr lvl="0" indent="0" marL="0">
              <a:buNone/>
            </a:pPr>
            <a:r>
              <a:rPr b="1"/>
              <a:t>Défi : Sécurité des coureurs</a:t>
            </a:r>
            <a:r>
              <a:rPr/>
              <a:t> → Alertes de sécurité, mode “course prudente”</a:t>
            </a:r>
          </a:p>
          <a:p>
            <a:pPr lvl="0" indent="0" marL="0">
              <a:buNone/>
            </a:pPr>
            <a:r>
              <a:rPr b="1"/>
              <a:t>Défi : Zones rurales (peu d’utilisateurs)</a:t>
            </a:r>
            <a:r>
              <a:rPr/>
              <a:t> → Mode asynchrone contre “ghost runners”</a:t>
            </a:r>
          </a:p>
          <a:p>
            <a:pPr lvl="0" indent="0" marL="0">
              <a:buNone/>
            </a:pPr>
            <a:r>
              <a:rPr b="1"/>
              <a:t>Défi : Triche (vélo, voiture)</a:t>
            </a:r>
            <a:r>
              <a:rPr/>
              <a:t> → Détection vitesse anormale + validation communautaire</a:t>
            </a:r>
          </a:p>
          <a:p>
            <a:pPr lvl="0" indent="0" marL="0">
              <a:buNone/>
            </a:pPr>
            <a:r>
              <a:rPr b="1"/>
              <a:t>Défi : Vie privée</a:t>
            </a:r>
            <a:r>
              <a:rPr/>
              <a:t> → Position visible uniquement en duel, blocage d’utilisateurs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–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GeoRace ne se contente pas de tracker vos courses. Nous transformons la course à pied en une </a:t>
            </a:r>
            <a:r>
              <a:rPr sz="2000" b="1"/>
              <a:t>expérience sociale, compétitive et motivante</a:t>
            </a:r>
            <a:r>
              <a:rPr sz="2000"/>
              <a:t> accessible à tous, partout, à tout moment.</a:t>
            </a:r>
          </a:p>
          <a:p>
            <a:pPr lvl="0" indent="0" marL="0">
              <a:buNone/>
            </a:pPr>
            <a:r>
              <a:rPr b="1"/>
              <a:t>Notre ambition :</a:t>
            </a:r>
            <a:r>
              <a:rPr/>
              <a:t> Devenir la référence de la course compétitive en temps réel et créer une communauté mondiale de coureurs passionnés par le défi.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– Phrase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Chaque course est un duel. Chaque duel est une opportunité. Transformez votre motivation.</a:t>
            </a:r>
          </a:p>
          <a:p>
            <a:pPr lvl="0" indent="0" marL="0">
              <a:buNone/>
            </a:pPr>
            <a:r>
              <a:rPr b="1"/>
              <a:t>Prêt à relever le défi 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2026-02-09T12:58:09Z</dcterms:created>
  <dcterms:modified xsi:type="dcterms:W3CDTF">2026-02-09T12:58:09Z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