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1 -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Le premier vrai duel de course instantané et équitable.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2 - Le problème des apps actuelles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les coureurs s’ennuient sur Strava, Nike Run Club et Runkeeper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Compétition asynchrone</a:t>
            </a:r>
            <a:r>
              <a:rPr/>
              <a:t> : vous comparez vos temps à des performances passées ❌ </a:t>
            </a:r>
            <a:r>
              <a:rPr b="1"/>
              <a:t>Pas d’interaction réelle</a:t>
            </a:r>
            <a:r>
              <a:rPr/>
              <a:t> : vous êtes seul face à votre écran ❌ </a:t>
            </a:r>
            <a:r>
              <a:rPr b="1"/>
              <a:t>Segments fixes</a:t>
            </a:r>
            <a:r>
              <a:rPr/>
              <a:t> : toujours les mêmes parcours, aucune surprise ❌ </a:t>
            </a:r>
            <a:r>
              <a:rPr b="1"/>
              <a:t>Motivation en déclin</a:t>
            </a:r>
            <a:r>
              <a:rPr/>
              <a:t> : partager des stats ne crée pas d’excitation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60% des utilisateurs abandonnent après 3 mois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3 - Notre réponse : LE DUEL EN TEMPS RÉEL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 = La seule app qui crée de vraies courses spontanées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Détection instantanée</a:t>
            </a:r>
            <a:r>
              <a:rPr/>
              <a:t> : l’app repère les coureurs actifs près de vous ⚡ </a:t>
            </a:r>
            <a:r>
              <a:rPr b="1"/>
              <a:t>Défi immédiat</a:t>
            </a:r>
            <a:r>
              <a:rPr/>
              <a:t> : “Paul (ELO 1420) vous défie - Accepter?” 📍 </a:t>
            </a:r>
            <a:r>
              <a:rPr b="1"/>
              <a:t>Point équidistant</a:t>
            </a:r>
            <a:r>
              <a:rPr/>
              <a:t> : algorithme calcule un finish accessible à la même distance pour tous 🏁 </a:t>
            </a:r>
            <a:r>
              <a:rPr b="1"/>
              <a:t>Course en direct</a:t>
            </a:r>
            <a:r>
              <a:rPr/>
              <a:t> : départ synchronisé, positions live, arrivée simultanée</a:t>
            </a:r>
          </a:p>
          <a:p>
            <a:pPr lvl="0" indent="0" marL="0">
              <a:buNone/>
            </a:pPr>
            <a:r>
              <a:rPr b="1"/>
              <a:t>LA DIFFÉRENCE :</a:t>
            </a:r>
            <a:r>
              <a:rPr/>
              <a:t> Ce n’est plus du tracking, c’est une vraie compétition 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4 - Pourquoi le duel change tout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L’adrénaline d’une vraie course, à chaque sortie</a:t>
            </a:r>
          </a:p>
          <a:p>
            <a:pPr lvl="0" indent="0" marL="0">
              <a:buNone/>
            </a:pPr>
            <a:r>
              <a:rPr b="1"/>
              <a:t>Ce que ressent l’utilisateur :</a:t>
            </a:r>
          </a:p>
          <a:p>
            <a:pPr lvl="0" indent="-342900" marL="342900">
              <a:buAutoNum type="arabicPeriod"/>
            </a:pPr>
            <a:r>
              <a:rPr b="1"/>
              <a:t>AVANT</a:t>
            </a:r>
            <a:r>
              <a:rPr/>
              <a:t> : “Je vais courir 30 minutes…” </a:t>
            </a:r>
            <a:r>
              <a:rPr b="1"/>
              <a:t>AVEC GEORACE</a:t>
            </a:r>
            <a:r>
              <a:rPr/>
              <a:t> : “Je vais AFFRONTER ce coureur que je vois au parc !”</a:t>
            </a:r>
          </a:p>
          <a:p>
            <a:pPr lvl="0" indent="-342900" marL="342900">
              <a:buAutoNum type="arabicPeriod"/>
            </a:pPr>
            <a:r>
              <a:rPr b="1"/>
              <a:t>PENDANT</a:t>
            </a:r>
            <a:r>
              <a:rPr/>
              <a:t> : “Je suis à 500m du but, je le dépasse ou pas ?” → GPS live, distance restante, position de l’adversaire</a:t>
            </a:r>
          </a:p>
          <a:p>
            <a:pPr lvl="0" indent="-342900" marL="342900">
              <a:buAutoNum type="arabicPeriod"/>
            </a:pPr>
            <a:r>
              <a:rPr b="1"/>
              <a:t>APRÈS</a:t>
            </a:r>
            <a:r>
              <a:rPr/>
              <a:t> : “+25 ELO, 1er sur 3 dans ma ville cette semaine !” → Gratification immédiate, envie de recommencer</a:t>
            </a:r>
          </a:p>
          <a:p>
            <a:pPr lvl="0" indent="0" marL="0">
              <a:buNone/>
            </a:pPr>
            <a:r>
              <a:rPr b="1"/>
              <a:t>Strava vous dit combien vous avez couru.</a:t>
            </a:r>
            <a:br/>
            <a:r>
              <a:rPr b="1"/>
              <a:t>GeoRace vous dit si vous avez GAGNÉ.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5 - Le point équidistant : notre innovation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personne d’autre ne le fait</a:t>
            </a:r>
          </a:p>
          <a:p>
            <a:pPr lvl="0" indent="0" marL="0">
              <a:buNone/>
            </a:pPr>
            <a:r>
              <a:rPr b="1"/>
              <a:t>Le problème des courses spontanées :</a:t>
            </a:r>
            <a:r>
              <a:rPr/>
              <a:t> - Si on court vers le même point → celui qui est plus proche gagne toujours - Si on court chacun son parcours → impossible de comparer équitablement</a:t>
            </a:r>
          </a:p>
          <a:p>
            <a:pPr lvl="0" indent="0" marL="0">
              <a:buNone/>
            </a:pPr>
            <a:r>
              <a:rPr b="1"/>
              <a:t>Notre solution brevetable :</a:t>
            </a:r>
          </a:p>
          <a:p>
            <a:pPr lvl="0" indent="-342900" marL="342900">
              <a:buAutoNum type="arabicPeriod"/>
            </a:pPr>
            <a:r>
              <a:rPr b="1"/>
              <a:t>Algorithme de géolocalisation</a:t>
            </a:r>
            <a:r>
              <a:rPr/>
              <a:t> : calcule un point accessible à distance ÉGALE pour tous</a:t>
            </a:r>
          </a:p>
          <a:p>
            <a:pPr lvl="0" indent="-342900" marL="342900">
              <a:buAutoNum type="arabicPeriod"/>
            </a:pPr>
            <a:r>
              <a:rPr b="1"/>
              <a:t>Prise en compte du terrain</a:t>
            </a:r>
            <a:r>
              <a:rPr/>
              <a:t> : routes, chemins, zones interdites</a:t>
            </a:r>
          </a:p>
          <a:p>
            <a:pPr lvl="0" indent="-342900" marL="342900">
              <a:buAutoNum type="arabicPeriod"/>
            </a:pPr>
            <a:r>
              <a:rPr b="1"/>
              <a:t>Validation en temps réel</a:t>
            </a:r>
            <a:r>
              <a:rPr/>
              <a:t> : les coureurs voient le parcours avant d’accepter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Compétition 100% équitable, quelle que soit votre position de départ</a:t>
            </a:r>
          </a:p>
          <a:p>
            <a:pPr lvl="0" indent="0" marL="0">
              <a:buNone/>
            </a:pPr>
            <a:r>
              <a:rPr b="1"/>
              <a:t>Aucun concurrent ne propose cela.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6 - Scénario utilisateur : Emma vs Strava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Emma (29 ans, 4 courses/semaine) quitte Strava pour GeoRace</a:t>
            </a:r>
          </a:p>
          <a:p>
            <a:pPr lvl="0" indent="0" marL="0">
              <a:buNone/>
            </a:pPr>
            <a:r>
              <a:rPr b="1"/>
              <a:t>SUR STRAVA (avant) :</a:t>
            </a:r>
            <a:r>
              <a:rPr/>
              <a:t> - Lance l’app → court seule → partage son temps → 12 likes - “Mon meilleur temps sur ce segment : 8min23” - Motivation : ★★☆☆☆</a:t>
            </a:r>
          </a:p>
          <a:p>
            <a:pPr lvl="0" indent="0" marL="0">
              <a:buNone/>
            </a:pPr>
            <a:r>
              <a:rPr b="1"/>
              <a:t>SUR GEORACE (maintenant) :</a:t>
            </a:r>
            <a:r>
              <a:rPr/>
              <a:t> - Lance l’app → “3 coureurs détectés à 600m” - Accepte le défi de Lucas (ELO 1395, proche de son niveau 1420) - Course de 1,8km vers un point au bord de la rivière - </a:t>
            </a:r>
            <a:r>
              <a:rPr b="1"/>
              <a:t>ELLE GAGNE de 12 secondes</a:t>
            </a:r>
            <a:r>
              <a:rPr/>
              <a:t> → +28 ELO, badge “5 victoires” - Motivation : ★★★★★</a:t>
            </a:r>
          </a:p>
          <a:p>
            <a:pPr lvl="0" indent="0" marL="0">
              <a:buNone/>
            </a:pPr>
            <a:r>
              <a:rPr b="1"/>
              <a:t>CE QUI CHANGE :</a:t>
            </a:r>
            <a:r>
              <a:rPr/>
              <a:t> L’excitation d’une vraie compétition vs comparaison de chiffres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7 - Pourquoi les utilisateurs nous rejoindront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ARGUMENTS CONCRETS POUR CONVAINCRE LES UTILISATEURS ACTIFS SUR D’AUTRES APPS</a:t>
            </a:r>
          </a:p>
          <a:p>
            <a:pPr lvl="0" indent="0" marL="0">
              <a:buNone/>
            </a:pPr>
            <a:r>
              <a:rPr b="1"/>
              <a:t>1️⃣ DUEL INSTANTANÉ : L’ADRÉNALINE D’UNE VRAIE COURSE</a:t>
            </a:r>
            <a:r>
              <a:rPr/>
              <a:t> - Fini l’ennui de courir seul en comparant des chiffres - Compétition réelle, en temps réel, avec des adversaires proches - Gratification immédiate : “J’ai gagné !” au lieu de “J’ai fait 5km en 28min”</a:t>
            </a:r>
          </a:p>
          <a:p>
            <a:pPr lvl="0" indent="0" marL="0">
              <a:buNone/>
            </a:pPr>
            <a:r>
              <a:rPr b="1"/>
              <a:t>2️⃣ PROGRESSION VISIBLE VIA ELO</a:t>
            </a:r>
            <a:r>
              <a:rPr/>
              <a:t> - Système de classement clair et motivant (comme les échecs) - Chaque victoire vous fait monter : Bronze → Argent → Or → Platine - Objectif tangible : “Je veux atteindre 1500 ELO ce mois-ci” - Contrairement à Strava : pas besoin de courir plus vite, juste de battre des adversaires de votre niveau</a:t>
            </a:r>
          </a:p>
          <a:p>
            <a:pPr lvl="0" indent="0" marL="0">
              <a:buNone/>
            </a:pPr>
            <a:r>
              <a:rPr b="1"/>
              <a:t>3️⃣ FAIR PLAY GARANTI</a:t>
            </a:r>
            <a:r>
              <a:rPr/>
              <a:t> - Point d’arrivée équidistant : tout le monde parcourt la même distance - Matchmaking intelligent : oppositions équilibrées (pas de débutant vs expert) - Anti-triche robuste : détection automatique des tricheurs et bannissement - Justice sportive : vous gagnez si vous courez mieux, pas si vous trichez</a:t>
            </a:r>
          </a:p>
          <a:p>
            <a:pPr lvl="0" indent="0" marL="0">
              <a:buNone/>
            </a:pPr>
            <a:r>
              <a:rPr b="1"/>
              <a:t>4️⃣ PRIVACY-FIRST : VIE PRIVÉE RESPECTÉE</a:t>
            </a:r>
            <a:r>
              <a:rPr/>
              <a:t> - Position GPS partagée UNIQUEMENT pendant les duels actifs - Pas de tracking permanent comme sur Strava (qui sait où vous habitez) - Mode anonyme : pas besoin de donner votre vraie identité - Contrôle total : bloquez des utilisateurs, limitez votre zone de confort</a:t>
            </a:r>
          </a:p>
          <a:p>
            <a:pPr lvl="0" indent="0" marL="0">
              <a:buNone/>
            </a:pPr>
            <a:r>
              <a:rPr b="1"/>
              <a:t>5️⃣ MICRO-COMPÉTITIONS LOCALES</a:t>
            </a:r>
            <a:r>
              <a:rPr/>
              <a:t> - Affrontez vos voisins et collègues : “Top 10 de Paris 15e” - Tournois hebdomadaires dans votre quartier - Effet communauté : vous courez avec des gens de votre ville, pas des inconnus lointains</a:t>
            </a:r>
          </a:p>
          <a:p>
            <a:pPr lvl="0" indent="0" marL="0">
              <a:buNone/>
            </a:pPr>
            <a:r>
              <a:rPr b="1"/>
              <a:t>6️⃣ GAIN DE STATUT SOCIAL GRÂCE AUX BADGES</a:t>
            </a:r>
            <a:r>
              <a:rPr/>
              <a:t> - Badges débloquables : “5 victoires d’affilée”, “Champion local”, “Tueur de géants” - Profil de compétiteur : montrez vos exploits, pas juste vos kilomètres - Chat et smack talk : créez des rivalités amicales</a:t>
            </a:r>
          </a:p>
          <a:p>
            <a:pPr lvl="0" indent="0" marL="0">
              <a:buNone/>
            </a:pPr>
            <a:r>
              <a:rPr b="1"/>
              <a:t>➜ STRAVA VOUS DIT COMBIEN VOUS AVEZ COURU.</a:t>
            </a:r>
            <a:br/>
            <a:r>
              <a:rPr b="1"/>
              <a:t>➜ GEORACE VOUS DIT SI VOUS AVEZ GAGNÉ.</a:t>
            </a:r>
          </a:p>
          <a:p>
            <a:pPr lvl="0" indent="0" marL="0">
              <a:buNone/>
            </a:pPr>
            <a:r>
              <a:rPr b="1"/>
              <a:t>La motivation ne vient pas du tracking. Elle vient de la COMPÉTITION.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8 - Fonctionnalités différenciantes : Ce qui nous distingue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AVANTAGES UNIQUES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DUEL EN TEMPS RÉEL AVEC FINISH ÉQUIDISTANT</a:t>
            </a:r>
            <a:r>
              <a:rPr/>
              <a:t> - Algorithme propriétaire : calcul d’un point d’arrivée équidistant pour tous - Garantie d’équité : chaque participant parcourt exactement la même distance - Aucun concurrent ne propose cette technologie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MATCHMAKING ELO INTELLIGENT</a:t>
            </a:r>
            <a:r>
              <a:rPr/>
              <a:t> - Système de classement comme aux échecs - Oppositions équilibrées : adversaires de niveau similaire (±100 ELO) - Progression motivante : chaque victoire compte, chaque défaite enseigne</a:t>
            </a:r>
          </a:p>
          <a:p>
            <a:pPr lvl="0" indent="0" marL="0">
              <a:buNone/>
            </a:pPr>
            <a:r>
              <a:rPr/>
              <a:t>🔒 </a:t>
            </a:r>
            <a:r>
              <a:rPr b="1"/>
              <a:t>RESPECT DE LA VIE PRIVÉE</a:t>
            </a:r>
            <a:r>
              <a:rPr/>
              <a:t> - Position GPS partagée UNIQUEMENT pendant les duels actifs - Pas de tracking permanent contrairement à Strava - Mode anonyme disponible : pseudonyme, pas d’identité réelle</a:t>
            </a:r>
          </a:p>
          <a:p>
            <a:pPr lvl="0" indent="0" marL="0">
              <a:buNone/>
            </a:pPr>
            <a:r>
              <a:rPr/>
              <a:t>🛡️ </a:t>
            </a:r>
            <a:r>
              <a:rPr b="1"/>
              <a:t>SYSTÈME ANTI-TRICHE ROBUSTE</a:t>
            </a:r>
            <a:r>
              <a:rPr/>
              <a:t> - Détection automatique de vitesses anormales (&gt;18 km/h prolongé) - Analyse des patterns GPS : accélération impossible détectée - Signalement communautaire + vérification manuelle - Bannissement permanent des tricheurs</a:t>
            </a:r>
          </a:p>
          <a:p>
            <a:pPr lvl="0" indent="0" marL="0">
              <a:buNone/>
            </a:pPr>
            <a:r>
              <a:rPr/>
              <a:t>🔐 </a:t>
            </a:r>
            <a:r>
              <a:rPr b="1"/>
              <a:t>SÉCURITÉ ET PROTECTION</a:t>
            </a:r>
            <a:r>
              <a:rPr/>
              <a:t> - Blocage d’utilisateurs indésirables - Zone de confort paramétrable : accepter duels uniquement dans votre périmètre - Alertes de sécurité si rythme cardiaque trop élevé (intégration montres connectées)</a:t>
            </a:r>
          </a:p>
          <a:p>
            <a:pPr lvl="0" indent="0" marL="0">
              <a:buNone/>
            </a:pPr>
            <a:r>
              <a:rPr/>
              <a:t>👥 </a:t>
            </a:r>
            <a:r>
              <a:rPr b="1"/>
              <a:t>SOCIAL &amp; ENGAGEMENT</a:t>
            </a:r>
            <a:r>
              <a:rPr/>
              <a:t> - Profils de compétiteurs avec historique des duels - Chat en direct avant/après les courses - Badges et récompenses débloquables - Ligues locales et tournois hebdomadaires</a:t>
            </a:r>
          </a:p>
          <a:p>
            <a:pPr lvl="0" indent="0" marL="0">
              <a:buNone/>
            </a:pPr>
            <a:r>
              <a:rPr b="1"/>
              <a:t>➜ Ces 6 piliers créent une expérience que nos concurrents ne peuvent pas copier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9 - Ce que Strava ne peut PAS copier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barrières à l’entrée</a:t>
            </a:r>
          </a:p>
          <a:p>
            <a:pPr lvl="0" indent="0" marL="0">
              <a:buNone/>
            </a:pPr>
            <a:r>
              <a:rPr b="1"/>
              <a:t>1. ALGORITHME DE POINT ÉQUIDISTANT</a:t>
            </a:r>
            <a:r>
              <a:rPr/>
              <a:t> - Complexité technique : calcul géospatial en temps réel - Brevet déposable : méthode unique de matching géographique équitable</a:t>
            </a:r>
          </a:p>
          <a:p>
            <a:pPr lvl="0" indent="0" marL="0">
              <a:buNone/>
            </a:pPr>
            <a:r>
              <a:rPr b="1"/>
              <a:t>2. INFRASTRUCTURE TEMPS RÉEL</a:t>
            </a:r>
            <a:r>
              <a:rPr/>
              <a:t> - WebSocket à faible latence pour positions live - Serveurs optimisés pour synchronisation GPS (&lt;500ms)</a:t>
            </a:r>
          </a:p>
          <a:p>
            <a:pPr lvl="0" indent="0" marL="0">
              <a:buNone/>
            </a:pPr>
            <a:r>
              <a:rPr b="1"/>
              <a:t>3. COMMUNAUTÉ DE COMPÉTITEURS</a:t>
            </a:r>
            <a:r>
              <a:rPr/>
              <a:t> - Effet réseau : plus il y a de coureurs, plus de duels disponibles - Base ELO : impossible à transférer vers un concurrent</a:t>
            </a:r>
          </a:p>
          <a:p>
            <a:pPr lvl="0" indent="0" marL="0">
              <a:buNone/>
            </a:pPr>
            <a:r>
              <a:rPr b="1"/>
              <a:t>Strava excelle dans le tracking passif.</a:t>
            </a:r>
            <a:br/>
            <a:r>
              <a:rPr b="1"/>
              <a:t>Nous excellons dans la compétition active.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10 - Stratégie d’acquisition : Convertir les utilisateurs actifs sur d’autres apps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TACTIQUES CONCRÈTES POUR ATTIRER LES UTILISATEURS DE STRAVA/NIKE RUN CLUB</a:t>
            </a:r>
          </a:p>
          <a:p>
            <a:pPr lvl="0" indent="0" marL="0">
              <a:buNone/>
            </a:pPr>
            <a:r>
              <a:rPr b="1"/>
              <a:t>1️⃣ CAMPAGNES DE MIGRATION PAR DUEL CHALLENGES LOCAUX</a:t>
            </a:r>
            <a:r>
              <a:rPr/>
              <a:t> - Événements “Duel Challenge” dans les parcs populaires (Bois de Boulogne, Parc de la Tête d’Or) - Invitations ciblées aux membres de clubs de running via partenariats - Premier duel gratuit et récompensé : bonus +100 ELO de démarrage</a:t>
            </a:r>
          </a:p>
          <a:p>
            <a:pPr lvl="0" indent="0" marL="0">
              <a:buNone/>
            </a:pPr>
            <a:r>
              <a:rPr b="1"/>
              <a:t>2️⃣ INVITATIONS POUSSÉES PAR NOTIFICATIONS/IN-APP</a:t>
            </a:r>
            <a:r>
              <a:rPr/>
              <a:t> - Feature “Défier un ami Strava” : invitation directe depuis GeoRace - Notifications push personnalisées : “3 coureurs Strava près de chez vous attendent un duel” - Bonus de parrainage : invitez 3 amis → accès Premium gratuit 1 mois</a:t>
            </a:r>
          </a:p>
          <a:p>
            <a:pPr lvl="0" indent="0" marL="0">
              <a:buNone/>
            </a:pPr>
            <a:r>
              <a:rPr b="1"/>
              <a:t>3️⃣ CAMPAGNE D’INFLUENCE (GROUP RUNS)</a:t>
            </a:r>
            <a:r>
              <a:rPr/>
              <a:t> - Partenariats avec influenceurs running (YouTube, Instagram, TikTok) - Organisation de “GeoRace Group Runs” avec streamers locaux - Challenges viraux : “Défiez votre running crew et filmez le résultat”</a:t>
            </a:r>
          </a:p>
          <a:p>
            <a:pPr lvl="0" indent="0" marL="0">
              <a:buNone/>
            </a:pPr>
            <a:r>
              <a:rPr b="1"/>
              <a:t>4️⃣ PARTENARIATS LOCAUX (CLUBS, MAGASINS RUNNING)</a:t>
            </a:r>
            <a:r>
              <a:rPr/>
              <a:t> - Accords avec magasins spécialisés (Décathlon, Running Conseil) - Sponsoring de clubs de running : essai gratuit Premium pour tous les membres - Bornes QR Code dans les lieux de passage des coureurs</a:t>
            </a:r>
          </a:p>
          <a:p>
            <a:pPr lvl="0" indent="0" marL="0">
              <a:buNone/>
            </a:pPr>
            <a:r>
              <a:rPr b="1"/>
              <a:t>5️⃣ FONCTIONNALITÉS D’ONBOARDING SOCIAL</a:t>
            </a:r>
            <a:r>
              <a:rPr/>
              <a:t> - Import facile des résultats Strava/Nike Run Club (API) - Transfert de vos records personnels pour comparaison - “Retrouvez vos amis Strava déjà sur GeoRace” (graph social)</a:t>
            </a:r>
          </a:p>
          <a:p>
            <a:pPr lvl="0" indent="0" marL="0">
              <a:buNone/>
            </a:pPr>
            <a:r>
              <a:rPr b="1"/>
              <a:t>6️⃣ OFFRES DE PARRAINAGE ET RÉCOMPENSES</a:t>
            </a:r>
            <a:r>
              <a:rPr/>
              <a:t> - Programme ambassadeur : gagnez du Premium en recrutant - Challenges mensuels : “Amenez le plus de nouveaux coureurs = prix Nike” - Badges exclusifs pour les early adopters</a:t>
            </a:r>
          </a:p>
          <a:p>
            <a:pPr lvl="0" indent="0" marL="0">
              <a:buNone/>
            </a:pPr>
            <a:r>
              <a:rPr b="1"/>
              <a:t>7️⃣ VISIBILITÉ SUR STORES ET ASO (APP STORE OPTIMIZATION)</a:t>
            </a:r>
            <a:r>
              <a:rPr/>
              <a:t> - Mots-clés ciblés : “duel running”, “compétition course”, “course en temps réel” - Screenshots montrant la différence avec Strava - Témoignages : “J’ai quitté Strava pour GeoRace et je ne regrette rien”</a:t>
            </a:r>
          </a:p>
          <a:p>
            <a:pPr lvl="0" indent="0" marL="0">
              <a:buNone/>
            </a:pPr>
            <a:r>
              <a:rPr b="1"/>
              <a:t>OBJECTIF 6 MOIS :</a:t>
            </a:r>
            <a:r>
              <a:rPr/>
              <a:t> 10 000 utilisateurs actifs, 60% provenant de Strava/Nike Run Club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11 - Le système ELO : matchmaking intelligent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 duel reste motivant même après 100 courses</a:t>
            </a:r>
          </a:p>
          <a:p>
            <a:pPr lvl="0" indent="0" marL="0">
              <a:buNone/>
            </a:pPr>
            <a:r>
              <a:rPr b="1"/>
              <a:t>Problème :</a:t>
            </a:r>
            <a:r>
              <a:rPr/>
              <a:t> Si on oppose débutants vs experts → frustration des deux côtés</a:t>
            </a:r>
          </a:p>
          <a:p>
            <a:pPr lvl="0" indent="0" marL="0">
              <a:buNone/>
            </a:pPr>
            <a:r>
              <a:rPr b="1"/>
              <a:t>Solution ELO :</a:t>
            </a:r>
            <a:r>
              <a:rPr/>
              <a:t> - Chaque victoire/défaite ajuste votre score - Algorithme vous oppose à des coureurs de ±100 ELO - Progression visible : Bronze (0-1000) → Platine (2000+)</a:t>
            </a:r>
          </a:p>
          <a:p>
            <a:pPr lvl="0" indent="0" marL="0">
              <a:buNone/>
            </a:pPr>
            <a:r>
              <a:rPr b="1"/>
              <a:t>Exemple concret :</a:t>
            </a:r>
            <a:r>
              <a:rPr/>
              <a:t> - Emma (ELO 1420) bat Lucas (ELO 1450) → +28 points (victoire difficile) - Emma bat Sophie (ELO 1200) → +8 points (victoire facile)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Chaque duel est challengeant mais faisable → motivation maximale</a:t>
            </a:r>
          </a:p>
          <a:p>
            <a:pPr lvl="0" indent="0" marL="0">
              <a:buNone/>
            </a:pPr>
            <a:r>
              <a:rPr b="1"/>
              <a:t>Strava ne propose rien de tel.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12 - Aspect social : plus fort que Nike Run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Créer une vraie communauté de compétiteurs</a:t>
            </a:r>
          </a:p>
          <a:p>
            <a:pPr lvl="0" indent="0" marL="0">
              <a:buNone/>
            </a:pPr>
            <a:r>
              <a:rPr b="1"/>
              <a:t>FONCTIONNALITÉS SOCIALES :</a:t>
            </a:r>
          </a:p>
          <a:p>
            <a:pPr lvl="0" indent="0" marL="0">
              <a:buNone/>
            </a:pPr>
            <a:r>
              <a:rPr b="1"/>
              <a:t>01 - PROFILS DE COMPÉTITEURS</a:t>
            </a:r>
            <a:r>
              <a:rPr/>
              <a:t> - Statistiques détaillées : ratio victoires/défaites, progression ELO, parcours favoris - Historique des duels : “Vous avez battu Paul 3 fois, il vous a battu 2 fois”</a:t>
            </a:r>
          </a:p>
          <a:p>
            <a:pPr lvl="0" indent="0" marL="0">
              <a:buNone/>
            </a:pPr>
            <a:r>
              <a:rPr b="1"/>
              <a:t>02 - LIGUES LOCALES</a:t>
            </a:r>
            <a:r>
              <a:rPr/>
              <a:t> - Classement par ville/quartier : “Top 10 de Paris 15e” - Tournois hebdomadaires : “Gagnez 3 duels ce week-end pour le badge”</a:t>
            </a:r>
          </a:p>
          <a:p>
            <a:pPr lvl="0" indent="0" marL="0">
              <a:buNone/>
            </a:pPr>
            <a:r>
              <a:rPr b="1"/>
              <a:t>03 - DÉFIS ENTRE AMIS</a:t>
            </a:r>
            <a:r>
              <a:rPr/>
              <a:t> - “Emma défie Paul : course de 2km, RDV Parc Montsouris dans 20min” - Smack talk via chat intégré avant/après la course</a:t>
            </a:r>
          </a:p>
          <a:p>
            <a:pPr lvl="0" indent="0" marL="0">
              <a:buNone/>
            </a:pPr>
            <a:r>
              <a:rPr b="1"/>
              <a:t>Nike Run Club = réseau passif</a:t>
            </a:r>
            <a:br/>
            <a:r>
              <a:rPr b="1"/>
              <a:t>GeoRace = compétition active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13 - Sécurité et anti-triche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Réponses aux objections principales</a:t>
            </a:r>
          </a:p>
          <a:p>
            <a:pPr lvl="0" indent="0" marL="0">
              <a:buNone/>
            </a:pPr>
            <a:r>
              <a:rPr b="1"/>
              <a:t>OBJECTION 1 : “On peut tricher en vélo/voiture”</a:t>
            </a:r>
            <a:r>
              <a:rPr/>
              <a:t> ✅ Détection de vitesse anormale (&gt;18 km/h sur longue durée) ✅ Analyse des patterns GPS (accélération impossible) ✅ Signalement communautaire + vérification manuelle ✅ Bannissement permanent des tricheurs</a:t>
            </a:r>
          </a:p>
          <a:p>
            <a:pPr lvl="0" indent="0" marL="0">
              <a:buNone/>
            </a:pPr>
            <a:r>
              <a:rPr b="1"/>
              <a:t>OBJECTION 2 : “Risque de stalking via GPS”</a:t>
            </a:r>
            <a:r>
              <a:rPr/>
              <a:t> ✅ Position visible UNIQUEMENT pendant les duels actifs ✅ Mode anonyme : pseudonyme, pas de vraie identité ✅ Blocage d’utilisateurs ✅ Zone de confort : accepter duels uniquement dans un périmètre défini</a:t>
            </a:r>
          </a:p>
          <a:p>
            <a:pPr lvl="0" indent="0" marL="0">
              <a:buNone/>
            </a:pPr>
            <a:r>
              <a:rPr b="1"/>
              <a:t>OBJECTION 3 : “Sur-effort dangereux”</a:t>
            </a:r>
            <a:r>
              <a:rPr/>
              <a:t> ✅ Alertes de sécurité si rythme cardiaque trop élevé (intégration montres) ✅ Mode “course prudente” qui limite la vitesse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14 - Modèle économique : freemium optimisé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Convertir la motivation en revenus</a:t>
            </a:r>
          </a:p>
          <a:p>
            <a:pPr lvl="0" indent="0" marL="0">
              <a:buNone/>
            </a:pPr>
            <a:r>
              <a:rPr b="1"/>
              <a:t>GRATUIT (acquisition) :</a:t>
            </a:r>
            <a:r>
              <a:rPr/>
              <a:t> - 3 duels/jour - ELO et classements - Statistiques de base - Événements communautaires</a:t>
            </a:r>
          </a:p>
          <a:p>
            <a:pPr lvl="0" indent="0" marL="0">
              <a:buNone/>
            </a:pPr>
            <a:r>
              <a:rPr b="1"/>
              <a:t>PREMIUM 4,99€/mois (conversion 10-15%) :</a:t>
            </a:r>
            <a:r>
              <a:rPr/>
              <a:t> - </a:t>
            </a:r>
            <a:r>
              <a:rPr b="1"/>
              <a:t>Duels illimités</a:t>
            </a:r>
            <a:r>
              <a:rPr/>
              <a:t> ← valeur principale - Statistiques avancées (zones de vitesse, analyse progression ELO) - Mode entraînement vs vos records passés - Personnalisation (avatars, badges exclusifs) - 0 publicité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- Partenariats Nike/Adidas (sponsoring tournois) - Événements premium 5-10€ (courses organisées avec prix)</a:t>
            </a:r>
          </a:p>
          <a:p>
            <a:pPr lvl="0" indent="0" marL="0">
              <a:buNone/>
            </a:pPr>
            <a:r>
              <a:rPr b="1"/>
              <a:t>LTV estimée :</a:t>
            </a:r>
            <a:r>
              <a:rPr/>
              <a:t> 60€/utilisateur sur 12 mois (vs 12€ pour Strava)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15 - Métriques de succès (objectifs 6 mois)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Comment mesurer la traction</a:t>
            </a:r>
          </a:p>
          <a:p>
            <a:pPr lvl="0" indent="0" marL="0">
              <a:buNone/>
            </a:pPr>
            <a:r>
              <a:rPr b="1"/>
              <a:t>ENGAGEMENT (prouve que le concept marche) :</a:t>
            </a:r>
            <a:r>
              <a:rPr/>
              <a:t> - ✅ Taux de rétention J7 : &gt;40% (vs 25% apps fitness standard) - ✅ Duels/semaine/utilisateur : 6-8 (preuve d’addiction) - ✅ Taux d’acceptation duels : &gt;60% (les gens veulent compétitionner)</a:t>
            </a:r>
          </a:p>
          <a:p>
            <a:pPr lvl="0" indent="0" marL="0">
              <a:buNone/>
            </a:pPr>
            <a:r>
              <a:rPr b="1"/>
              <a:t>CROISSANCE (viralité naturelle) :</a:t>
            </a:r>
            <a:r>
              <a:rPr/>
              <a:t> - ✅ Coefficient K : &gt;1,2 (chaque utilisateur amène 1,2 nouveau) - ✅ Croissance mensuelle : +20% nouveaux utilisateurs - ✅ 500 utilisateurs actifs dans 3 villes pilotes</a:t>
            </a:r>
          </a:p>
          <a:p>
            <a:pPr lvl="0" indent="0" marL="0">
              <a:buNone/>
            </a:pPr>
            <a:r>
              <a:rPr b="1"/>
              <a:t>MONÉTISATION :</a:t>
            </a:r>
            <a:r>
              <a:rPr/>
              <a:t> - ✅ Conversion Premium : 10-12% (vs 5% moyenne marché) - ✅ LTV/CAC : &gt;3 (rentabilité prouvée)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16 - Roadmap : lancement en 3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Phase 1 (Mois 1-6) : MVP + Proof of Concept</a:t>
            </a:r>
            <a:r>
              <a:rPr/>
              <a:t> - App iOS/Android (React Native) - Duels 1v1, ELO, point équidistant - Lancement Paris + Lyon - </a:t>
            </a:r>
            <a:r>
              <a:rPr b="1"/>
              <a:t>500 utilisateurs actifs, 40% rétention J7</a:t>
            </a:r>
          </a:p>
          <a:p>
            <a:pPr lvl="0" indent="0" marL="0">
              <a:buNone/>
            </a:pPr>
            <a:r>
              <a:rPr b="1"/>
              <a:t>Phase 2 (Mois 7-12) : Gamification et viralité</a:t>
            </a:r>
            <a:r>
              <a:rPr/>
              <a:t> - Badges, profils, ligues locales - Événements hebdomadaires - Feature “Défier un ami” - </a:t>
            </a:r>
            <a:r>
              <a:rPr b="1"/>
              <a:t>5 000 utilisateurs, expansion 5 villes</a:t>
            </a:r>
          </a:p>
          <a:p>
            <a:pPr lvl="0" indent="0" marL="0">
              <a:buNone/>
            </a:pPr>
            <a:r>
              <a:rPr b="1"/>
              <a:t>Phase 3 (An 2) : Scale national</a:t>
            </a:r>
            <a:r>
              <a:rPr/>
              <a:t> - Version Premium - Duels multi-joueurs (3-5 coureurs) - Partenariats marques - </a:t>
            </a:r>
            <a:r>
              <a:rPr b="1"/>
              <a:t>50 000 utilisateurs, 10+ villes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17 - Pourquoi maintenant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 timing parfait pour GeoRace</a:t>
            </a:r>
          </a:p>
          <a:p>
            <a:pPr lvl="0" indent="0" marL="0">
              <a:buNone/>
            </a:pPr>
            <a:r>
              <a:rPr b="1"/>
              <a:t>1. MARCHÉ MATURE MAIS STAGNANT</a:t>
            </a:r>
            <a:r>
              <a:rPr/>
              <a:t> - Strava : 100M users, mais taux engagement en baisse - Utilisateurs cherchent nouveauté et excitation</a:t>
            </a:r>
          </a:p>
          <a:p>
            <a:pPr lvl="0" indent="0" marL="0">
              <a:buNone/>
            </a:pPr>
            <a:r>
              <a:rPr b="1"/>
              <a:t>2. TECHNOLOGIE DISPONIBLE</a:t>
            </a:r>
            <a:r>
              <a:rPr/>
              <a:t> - GPS précis sur tous les smartphones - WebSocket et infra cloud à faible coût - Algorithmes géospatiaux open-source (PostGIS)</a:t>
            </a:r>
          </a:p>
          <a:p>
            <a:pPr lvl="0" indent="0" marL="0">
              <a:buNone/>
            </a:pPr>
            <a:r>
              <a:rPr b="1"/>
              <a:t>3. TENDANCE SOCIALE</a:t>
            </a:r>
            <a:r>
              <a:rPr/>
              <a:t> - Génération Z/Millennials : veulent compétition et instant gratification - Esport et gamification mainstream - Communautés locales en recherche de connexion IRL</a:t>
            </a:r>
          </a:p>
          <a:p>
            <a:pPr lvl="0" indent="0" marL="0">
              <a:buNone/>
            </a:pPr>
            <a:r>
              <a:rPr b="1"/>
              <a:t>4. COVID A BOOSTÉ LE RUNNING</a:t>
            </a:r>
            <a:r>
              <a:rPr/>
              <a:t> - +40% de coureurs réguliers depuis 2020 - Besoin d’interaction sociale post-confinement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18 - Vision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GeoRace ne remplace pas Strava.</a:t>
            </a:r>
            <a:br/>
            <a:r>
              <a:rPr sz="2000" b="1"/>
              <a:t>GeoRace transforme la course en sport compétitif accessible.</a:t>
            </a:r>
          </a:p>
          <a:p>
            <a:pPr lvl="0" indent="0" marL="0">
              <a:buNone/>
            </a:pPr>
            <a:r>
              <a:rPr b="1"/>
              <a:t>Notre ambition :</a:t>
            </a:r>
          </a:p>
          <a:p>
            <a:pPr lvl="0" indent="0" marL="0">
              <a:buNone/>
            </a:pPr>
            <a:r>
              <a:rPr/>
              <a:t>🎯 Devenir la plateforme #1 de compétition running temps réel</a:t>
            </a:r>
            <a:br/>
            <a:r>
              <a:rPr/>
              <a:t>🌍 Créer une communauté mondiale de 1M+ coureurs compétitifs</a:t>
            </a:r>
            <a:br/>
            <a:r>
              <a:rPr/>
              <a:t>🏆 Organiser des ligues professionnelles GeoRace (comme l’esport)</a:t>
            </a:r>
          </a:p>
          <a:p>
            <a:pPr lvl="0" indent="0" marL="0">
              <a:buNone/>
            </a:pPr>
            <a:r>
              <a:rPr b="1"/>
              <a:t>Dans 5 ans :</a:t>
            </a:r>
            <a:r>
              <a:rPr/>
              <a:t> - “Tu es sur GeoRace ?” = nouvelle norme chez les coureurs - Événements physiques GeoRace dans 50 villes - Partenariats JO Paris 2028 (course urbaine compétitive)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19 - Appel à l’action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investir/soutenir GeoRace ?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Concept unique</a:t>
            </a:r>
            <a:r>
              <a:rPr/>
              <a:t> : aucun concurrent direct sur le duel temps réel équitable</a:t>
            </a:r>
            <a:br/>
            <a:r>
              <a:rPr/>
              <a:t>✅ </a:t>
            </a:r>
            <a:r>
              <a:rPr b="1"/>
              <a:t>Marché prouvé</a:t>
            </a:r>
            <a:r>
              <a:rPr/>
              <a:t> : 100M+ utilisateurs apps running cherchent motivation</a:t>
            </a:r>
            <a:br/>
            <a:r>
              <a:rPr/>
              <a:t>✅ </a:t>
            </a:r>
            <a:r>
              <a:rPr b="1"/>
              <a:t>Différenciation forte</a:t>
            </a:r>
            <a:r>
              <a:rPr/>
              <a:t> : impossible pour Strava de pivoter vers notre modèle</a:t>
            </a:r>
            <a:br/>
            <a:r>
              <a:rPr/>
              <a:t>✅ </a:t>
            </a:r>
            <a:r>
              <a:rPr b="1"/>
              <a:t>Équipe motivée</a:t>
            </a:r>
            <a:r>
              <a:rPr/>
              <a:t> : passion pour le running + compétences tech</a:t>
            </a:r>
            <a:br/>
            <a:r>
              <a:rPr/>
              <a:t>✅ </a:t>
            </a:r>
            <a:r>
              <a:rPr b="1"/>
              <a:t>Roadmap claire</a:t>
            </a:r>
            <a:r>
              <a:rPr/>
              <a:t> : MVP en 6 mois, traction mesurable</a:t>
            </a:r>
          </a:p>
          <a:p>
            <a:pPr lvl="0" indent="0" marL="0">
              <a:buNone/>
            </a:pPr>
            <a:r>
              <a:rPr b="1"/>
              <a:t>Prochaines étapes :</a:t>
            </a:r>
            <a:r>
              <a:rPr/>
              <a:t> 1. Finaliser MVP (dev en cours) 2. Tester avec 50 beta-testeurs (running clubs Paris) 3. Lancement public dans 3 mois</a:t>
            </a:r>
          </a:p>
          <a:p>
            <a:pPr lvl="0" indent="0" marL="0">
              <a:buNone/>
            </a:pPr>
            <a:r>
              <a:rPr b="1"/>
              <a:t>Rejoignez-nous pour transformer le running en vraie compétition.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20 -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</a:t>
            </a:r>
            <a:br/>
            <a:r>
              <a:rPr sz="2000"/>
              <a:t>Chaque duel est une victoire ou une leçon.</a:t>
            </a:r>
            <a:br/>
            <a:r>
              <a:rPr sz="2000"/>
              <a:t>La motivation ne vient pas du tracking.</a:t>
            </a:r>
            <a:br/>
            <a:r>
              <a:rPr sz="2000"/>
              <a:t>Elle vient de la COMPÉTITION.</a:t>
            </a:r>
          </a:p>
          <a:p>
            <a:pPr lvl="0" indent="0" marL="0">
              <a:buNone/>
            </a:pPr>
            <a:r>
              <a:rPr b="1"/>
              <a:t>Êtes-vous prêt à courir pour GAGNER ?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GeoRace - Run. Race. Win.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2026-02-10T11:33:27Z</dcterms:created>
  <dcterms:modified xsi:type="dcterms:W3CDTF">2026-02-10T11:33:27Z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