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30"/>
    <p:sldId id="281" r:id="rId31"/>
    <p:sldId id="282" r:id="rId32"/>
    <p:sldId id="283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GeoRace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TLX542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1 -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GeoRace</a:t>
            </a:r>
          </a:p>
          <a:p>
            <a:pPr lvl="0" indent="0" marL="1270000">
              <a:buNone/>
            </a:pPr>
            <a:r>
              <a:rPr sz="2000"/>
              <a:t>L’application de course compétitive en temps réel</a:t>
            </a:r>
          </a:p>
          <a:p>
            <a:pPr lvl="0" indent="0" marL="0">
              <a:buNone/>
            </a:pPr>
            <a:r>
              <a:rPr b="1"/>
              <a:t>Sous‑titre :</a:t>
            </a:r>
            <a:r>
              <a:rPr/>
              <a:t> Le premier vrai duel de course instantané et équitable.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2 - Pitch 30-45s pour mercredi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Notre pitch en 30-45 secondes</a:t>
            </a:r>
          </a:p>
          <a:p>
            <a:pPr lvl="0" indent="0" marL="1270000">
              <a:buNone/>
            </a:pPr>
            <a:r>
              <a:rPr sz="2000" i="1"/>
              <a:t>« Les applications de running comme Strava se contentent de tracker vos courses. Vous courez seul, vous comparez vos stats à celles des autres, et au bout de 3 mois, vous abandonnez par manque de motivation.</a:t>
            </a:r>
          </a:p>
          <a:p>
            <a:pPr lvl="0" indent="0" marL="1270000">
              <a:buNone/>
            </a:pPr>
            <a:r>
              <a:rPr sz="2000" i="1"/>
              <a:t>GeoRace transforme chaque sortie en véritable compétition en temps réel. Notre application détecte les coureurs actifs près de vous et propose un duel instantané vers un point d’arrivée calculé à distance égale pour tous. Plus besoin d’attendre : vous acceptez, le compte à rebours démarre, et vous courez en direct contre un vrai adversaire.</a:t>
            </a:r>
          </a:p>
          <a:p>
            <a:pPr lvl="0" indent="0" marL="1270000">
              <a:buNone/>
            </a:pPr>
            <a:r>
              <a:rPr sz="2000" i="1"/>
              <a:t>Avec notre système ELO, chaque victoire compte, chaque duel vous fait progresser, et la communauté grandit naturellement. Ce n’est plus du tracking passif : c’est de la compétition active.</a:t>
            </a:r>
          </a:p>
          <a:p>
            <a:pPr lvl="0" indent="0" marL="1270000">
              <a:buNone/>
            </a:pPr>
            <a:r>
              <a:rPr sz="2000" i="1"/>
              <a:t>GeoRace, c’est le seul moyen de transformer le running en sport compétitif accessible à tous. Êtes-vous prêt à courir pour gagner ? »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3 - Le problème des apps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Pourquoi les coureurs s’ennuient sur Strava, Nike Run Club et Runkeeper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Compétition asynchrone</a:t>
            </a:r>
            <a:r>
              <a:rPr/>
              <a:t> : vous comparez vos temps à des performances passées ❌ </a:t>
            </a:r>
            <a:r>
              <a:rPr b="1"/>
              <a:t>Pas d’interaction réelle</a:t>
            </a:r>
            <a:r>
              <a:rPr/>
              <a:t> : vous êtes seul face à votre écran ❌ </a:t>
            </a:r>
            <a:r>
              <a:rPr b="1"/>
              <a:t>Segments fixes</a:t>
            </a:r>
            <a:r>
              <a:rPr/>
              <a:t> : toujours les mêmes parcours, aucune surprise ❌ </a:t>
            </a:r>
            <a:r>
              <a:rPr b="1"/>
              <a:t>Motivation en déclin</a:t>
            </a:r>
            <a:r>
              <a:rPr/>
              <a:t> : partager des stats ne crée pas d’excitation</a:t>
            </a:r>
          </a:p>
          <a:p>
            <a:pPr lvl="0" indent="0" marL="0">
              <a:buNone/>
            </a:pPr>
            <a:r>
              <a:rPr b="1"/>
              <a:t>Résultat :</a:t>
            </a:r>
            <a:r>
              <a:rPr/>
              <a:t> 60% des utilisateurs abandonnent après 3 mois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4 - Notre réponse : LE DUEL EN TEMPS RÉEL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GeoRace = La seule app qui crée de vraies courses spontanées</a:t>
            </a:r>
          </a:p>
          <a:p>
            <a:pPr lvl="0" indent="0" marL="0">
              <a:buNone/>
            </a:pPr>
            <a:r>
              <a:rPr/>
              <a:t>🎯 </a:t>
            </a:r>
            <a:r>
              <a:rPr b="1"/>
              <a:t>Détection instantanée</a:t>
            </a:r>
            <a:r>
              <a:rPr/>
              <a:t> : l’app repère les coureurs actifs près de vous</a:t>
            </a:r>
            <a:br/>
            <a:r>
              <a:rPr/>
              <a:t>⚡ </a:t>
            </a:r>
            <a:r>
              <a:rPr b="1"/>
              <a:t>Défi immédiat</a:t>
            </a:r>
            <a:r>
              <a:rPr/>
              <a:t> : “Paul (ELO 1420) vous défie - Accepter?”</a:t>
            </a:r>
            <a:br/>
            <a:r>
              <a:rPr/>
              <a:t>📍 </a:t>
            </a:r>
            <a:r>
              <a:rPr b="1"/>
              <a:t>Point équidistant</a:t>
            </a:r>
            <a:r>
              <a:rPr/>
              <a:t> : algorithme calcule un finish accessible à la même distance pour tous</a:t>
            </a:r>
            <a:br/>
            <a:r>
              <a:rPr/>
              <a:t>🏁 </a:t>
            </a:r>
            <a:r>
              <a:rPr b="1"/>
              <a:t>Course en direct</a:t>
            </a:r>
            <a:r>
              <a:rPr/>
              <a:t> : départ synchronisé, positions live, arrivée simultanée</a:t>
            </a:r>
          </a:p>
          <a:p>
            <a:pPr lvl="0" indent="0" marL="0">
              <a:buNone/>
            </a:pPr>
            <a:r>
              <a:rPr b="1"/>
              <a:t>LA DIFFÉRENCE :</a:t>
            </a:r>
            <a:r>
              <a:rPr/>
              <a:t> Ce n’est plus du tracking, c’est une vraie compétition !</a:t>
            </a:r>
          </a:p>
          <a:p>
            <a:pPr lvl="0" indent="0" marL="0">
              <a:buNone/>
            </a:pPr>
            <a:r>
              <a:rPr b="1"/>
              <a:t>LE MODE DUEL = NOTRE ADN</a:t>
            </a:r>
            <a:r>
              <a:rPr/>
              <a:t> - Chaque course devient un événement unique et excitant - L’adrénaline de la compétition remplace la solitude du jogging - Gratification immédiate : vous savez si vous avez GAGNÉ ou PERDU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5 - Pourquoi le duel change tout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L’adrénaline d’une vraie course, à chaque sortie</a:t>
            </a:r>
          </a:p>
          <a:p>
            <a:pPr lvl="0" indent="0" marL="0">
              <a:buNone/>
            </a:pPr>
            <a:r>
              <a:rPr b="1"/>
              <a:t>Ce que ressent l’utilisateur dans un DUEL :</a:t>
            </a:r>
          </a:p>
          <a:p>
            <a:pPr lvl="0" indent="-342900" marL="342900">
              <a:buAutoNum type="arabicPeriod"/>
            </a:pPr>
            <a:r>
              <a:rPr b="1"/>
              <a:t>AVANT</a:t>
            </a:r>
            <a:r>
              <a:rPr/>
              <a:t> : “Je vais courir 30 minutes…”</a:t>
            </a:r>
            <a:br/>
            <a:r>
              <a:rPr b="1"/>
              <a:t>AVEC GEORACE</a:t>
            </a:r>
            <a:r>
              <a:rPr/>
              <a:t> : “Je vais AFFRONTER ce coureur que je vois au parc !”</a:t>
            </a:r>
          </a:p>
          <a:p>
            <a:pPr lvl="0" indent="-342900" marL="342900">
              <a:buAutoNum type="arabicPeriod"/>
            </a:pPr>
            <a:r>
              <a:rPr b="1"/>
              <a:t>PENDANT</a:t>
            </a:r>
            <a:r>
              <a:rPr/>
              <a:t> : “Je suis à 500m du but, je le dépasse ou pas ?”</a:t>
            </a:r>
            <a:br/>
            <a:r>
              <a:rPr/>
              <a:t>→ GPS live, distance restante, position de l’adversaire en temps réel</a:t>
            </a:r>
            <a:br/>
            <a:r>
              <a:rPr/>
              <a:t>→ </a:t>
            </a:r>
            <a:r>
              <a:rPr b="1"/>
              <a:t>Tension maximale</a:t>
            </a:r>
            <a:r>
              <a:rPr/>
              <a:t> : chaque seconde compte, chaque mètre compte</a:t>
            </a:r>
          </a:p>
          <a:p>
            <a:pPr lvl="0" indent="-342900" marL="342900">
              <a:buAutoNum type="arabicPeriod"/>
            </a:pPr>
            <a:r>
              <a:rPr b="1"/>
              <a:t>APRÈS</a:t>
            </a:r>
            <a:r>
              <a:rPr/>
              <a:t> : “+25 ELO, 1er sur 3 dans ma ville cette semaine !”</a:t>
            </a:r>
            <a:br/>
            <a:r>
              <a:rPr/>
              <a:t>→ Gratification immédiate, envie de recommencer</a:t>
            </a:r>
            <a:br/>
            <a:r>
              <a:rPr/>
              <a:t>→ </a:t>
            </a:r>
            <a:r>
              <a:rPr b="1"/>
              <a:t>Sentiment de victoire</a:t>
            </a:r>
            <a:r>
              <a:rPr/>
              <a:t> ou leçon pour s’améliorer</a:t>
            </a:r>
          </a:p>
          <a:p>
            <a:pPr lvl="0" indent="0" marL="0">
              <a:buNone/>
            </a:pPr>
            <a:r>
              <a:rPr b="1"/>
              <a:t>PSYCHOLOGIE DU DUEL :</a:t>
            </a:r>
            <a:r>
              <a:rPr/>
              <a:t> - Engagement émotionnel 10x supérieur au tracking solo - Libération de dopamine à chaque victoire - Création d’une habitude addictive (le “encore un duel”)</a:t>
            </a:r>
          </a:p>
          <a:p>
            <a:pPr lvl="0" indent="0" marL="0">
              <a:buNone/>
            </a:pPr>
            <a:r>
              <a:rPr b="1"/>
              <a:t>Strava vous dit combien vous avez couru.</a:t>
            </a:r>
            <a:br/>
            <a:r>
              <a:rPr b="1"/>
              <a:t>GeoRace vous dit si vous avez GAGNÉ.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6 - Le point équidistant : notre innovation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Pourquoi personne d’autre ne le fait</a:t>
            </a:r>
          </a:p>
          <a:p>
            <a:pPr lvl="0" indent="0" marL="0">
              <a:buNone/>
            </a:pPr>
            <a:r>
              <a:rPr b="1"/>
              <a:t>Le problème des courses spontanées :</a:t>
            </a:r>
            <a:r>
              <a:rPr/>
              <a:t> - Si on court vers le même point → celui qui est plus proche gagne toujours - Si on court chacun son parcours → impossible de comparer équitablement</a:t>
            </a:r>
          </a:p>
          <a:p>
            <a:pPr lvl="0" indent="0" marL="0">
              <a:buNone/>
            </a:pPr>
            <a:r>
              <a:rPr b="1"/>
              <a:t>Notre solution brevetable :</a:t>
            </a:r>
          </a:p>
          <a:p>
            <a:pPr lvl="0" indent="-342900" marL="342900">
              <a:buAutoNum type="arabicPeriod"/>
            </a:pPr>
            <a:r>
              <a:rPr b="1"/>
              <a:t>Algorithme de géolocalisation</a:t>
            </a:r>
            <a:r>
              <a:rPr/>
              <a:t> : calcule un point accessible à distance ÉGALE pour tous</a:t>
            </a:r>
          </a:p>
          <a:p>
            <a:pPr lvl="0" indent="-342900" marL="342900">
              <a:buAutoNum type="arabicPeriod"/>
            </a:pPr>
            <a:r>
              <a:rPr b="1"/>
              <a:t>Prise en compte du terrain</a:t>
            </a:r>
            <a:r>
              <a:rPr/>
              <a:t> : routes, chemins, zones interdites</a:t>
            </a:r>
          </a:p>
          <a:p>
            <a:pPr lvl="0" indent="-342900" marL="342900">
              <a:buAutoNum type="arabicPeriod"/>
            </a:pPr>
            <a:r>
              <a:rPr b="1"/>
              <a:t>Validation en temps réel</a:t>
            </a:r>
            <a:r>
              <a:rPr/>
              <a:t> : les coureurs voient le parcours avant d’accepter</a:t>
            </a:r>
          </a:p>
          <a:p>
            <a:pPr lvl="0" indent="0" marL="0">
              <a:buNone/>
            </a:pPr>
            <a:r>
              <a:rPr b="1"/>
              <a:t>Résultat :</a:t>
            </a:r>
            <a:r>
              <a:rPr/>
              <a:t> Compétition 100% équitable, quelle que soit votre position de départ</a:t>
            </a:r>
          </a:p>
          <a:p>
            <a:pPr lvl="0" indent="0" marL="0">
              <a:buNone/>
            </a:pPr>
            <a:r>
              <a:rPr b="1"/>
              <a:t>Aucun concurrent ne propose cela.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7 - Scénario utilisateur : Emma vs Strava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Pourquoi Emma (29 ans, 4 courses/semaine) quitte Strava pour GeoRace</a:t>
            </a:r>
          </a:p>
          <a:p>
            <a:pPr lvl="0" indent="0" marL="0">
              <a:buNone/>
            </a:pPr>
            <a:r>
              <a:rPr b="1"/>
              <a:t>SUR STRAVA (avant) :</a:t>
            </a:r>
            <a:r>
              <a:rPr/>
              <a:t> - Lance l’app → court seule → partage son temps → 12 likes - “Mon meilleur temps sur ce segment : 8min23” - Motivation : ★★☆☆☆</a:t>
            </a:r>
          </a:p>
          <a:p>
            <a:pPr lvl="0" indent="0" marL="0">
              <a:buNone/>
            </a:pPr>
            <a:r>
              <a:rPr b="1"/>
              <a:t>SUR GEORACE (maintenant) :</a:t>
            </a:r>
            <a:r>
              <a:rPr/>
              <a:t> - Lance l’app → “3 coureurs détectés à 600m” - Accepte le défi de Lucas (ELO 1395, proche de son niveau 1420) - Course de 1,8km vers un point au bord de la rivière - </a:t>
            </a:r>
            <a:r>
              <a:rPr b="1"/>
              <a:t>ELLE GAGNE de 12 secondes</a:t>
            </a:r>
            <a:r>
              <a:rPr/>
              <a:t> → +28 ELO, badge “5 victoires” - Motivation : ★★★★★</a:t>
            </a:r>
          </a:p>
          <a:p>
            <a:pPr lvl="0" indent="0" marL="0">
              <a:buNone/>
            </a:pPr>
            <a:r>
              <a:rPr b="1"/>
              <a:t>CE QUI CHANGE :</a:t>
            </a:r>
            <a:r>
              <a:rPr/>
              <a:t> L’excitation d’une vraie compétition vs comparaison de chiffres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8 - Pourquoi les utilisateurs vont switcher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 raisons concrètes de quitter Strava/Nike Run Club</a:t>
            </a:r>
          </a:p>
          <a:p>
            <a:pPr lvl="0" indent="0" marL="0">
              <a:buNone/>
            </a:pPr>
            <a:r>
              <a:rPr b="1"/>
              <a:t>1️⃣ LA COMPÉTITION RÉELLE</a:t>
            </a:r>
            <a:r>
              <a:rPr/>
              <a:t> - Strava : “J’ai fait 5km en 28min” → 0 émotion - GeoRace : “J’ai BATTU ce coureur qui me narguait !” → adrénaline ++</a:t>
            </a:r>
          </a:p>
          <a:p>
            <a:pPr lvl="0" indent="0" marL="0">
              <a:buNone/>
            </a:pPr>
            <a:r>
              <a:rPr b="1"/>
              <a:t>2️⃣ L’INTERACTION SOCIALE ACTIVE</a:t>
            </a:r>
            <a:r>
              <a:rPr/>
              <a:t> - Nike Run Club : partage de stats passives - GeoRace : duels live, chat en direct, défis entre amis</a:t>
            </a:r>
          </a:p>
          <a:p>
            <a:pPr lvl="0" indent="0" marL="0">
              <a:buNone/>
            </a:pPr>
            <a:r>
              <a:rPr b="1"/>
              <a:t>3️⃣ LA PROGRESSION VISIBLE</a:t>
            </a:r>
            <a:r>
              <a:rPr/>
              <a:t> - Runkeeper : graphiques de distance et temps - GeoRace : classement ELO qui monte, badges débloqués, statut (Bronze → Or)</a:t>
            </a:r>
          </a:p>
          <a:p>
            <a:pPr lvl="0" indent="0" marL="0">
              <a:buNone/>
            </a:pPr>
            <a:r>
              <a:rPr b="1"/>
              <a:t>Les utilisateurs ne veulent plus juste “tracker” leurs courses.</a:t>
            </a:r>
            <a:br/>
            <a:r>
              <a:rPr b="1"/>
              <a:t>Ils veulent GAGNER.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9 - Tableau comparatif : GeoRace vs Concurrents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Fonctionnalité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Strava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Nike Run 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Runkeeper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GeoRace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Duels en temps réel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Point d’arrivée équidistant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Matchmaking ELO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Compétition synchrone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Tracking GPS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Segments fixes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Défis asynchrones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GeoRace = Seule app de duel instantané et équitable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10 - Pourquoi nous nous démarquons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Nos barrières à l’entrée : ce que Strava ne peut PAS copier</a:t>
            </a:r>
          </a:p>
          <a:p>
            <a:pPr lvl="0" indent="0" marL="0">
              <a:buNone/>
            </a:pPr>
            <a:r>
              <a:rPr b="1"/>
              <a:t>1. ALGORITHME DE POINT ÉQUIDISTANT</a:t>
            </a:r>
            <a:r>
              <a:rPr/>
              <a:t> - Complexité technique : calcul géospatial en temps réel - </a:t>
            </a:r>
            <a:r>
              <a:rPr b="1"/>
              <a:t>Brevet déposable</a:t>
            </a:r>
            <a:r>
              <a:rPr/>
              <a:t> : méthode unique de matching géographique équitable - Années de R&amp;D pour atteindre notre niveau de précision</a:t>
            </a:r>
          </a:p>
          <a:p>
            <a:pPr lvl="0" indent="0" marL="0">
              <a:buNone/>
            </a:pPr>
            <a:r>
              <a:rPr b="1"/>
              <a:t>2. INFRASTRUCTURE TEMPS RÉEL</a:t>
            </a:r>
            <a:r>
              <a:rPr/>
              <a:t> - WebSocket à faible latence pour positions live (&lt;500ms) - Architecture distribuée optimisée pour la synchronisation GPS - </a:t>
            </a:r>
            <a:r>
              <a:rPr b="1"/>
              <a:t>Expertise technique rare</a:t>
            </a:r>
            <a:r>
              <a:rPr/>
              <a:t> : peu d’équipes maîtrisent le temps réel géolocalisé</a:t>
            </a:r>
          </a:p>
          <a:p>
            <a:pPr lvl="0" indent="0" marL="0">
              <a:buNone/>
            </a:pPr>
            <a:r>
              <a:rPr b="1"/>
              <a:t>3. COMMUNAUTÉ DE COMPÉTITEURS</a:t>
            </a:r>
            <a:r>
              <a:rPr/>
              <a:t> - </a:t>
            </a:r>
            <a:r>
              <a:rPr b="1"/>
              <a:t>Effet réseau puissant</a:t>
            </a:r>
            <a:r>
              <a:rPr/>
              <a:t> : plus il y a de coureurs, plus de duels disponibles - Base ELO impossible à transférer vers un concurrent - Culture de compétition loyale vs culture de tracking passif</a:t>
            </a:r>
          </a:p>
          <a:p>
            <a:pPr lvl="0" indent="0" marL="0">
              <a:buNone/>
            </a:pPr>
            <a:r>
              <a:rPr b="1"/>
              <a:t>4. POSITIONNEMENT UNIQUE</a:t>
            </a:r>
            <a:r>
              <a:rPr/>
              <a:t> - Nous sommes LA plateforme de compétition, pas de tracking - Strava excelle dans le tracking passif, nous excellons dans la compétition active - </a:t>
            </a:r>
            <a:r>
              <a:rPr b="1"/>
              <a:t>Impossible pour eux de pivoter</a:t>
            </a:r>
            <a:r>
              <a:rPr/>
              <a:t> sans cannibaliser leur base existante</a:t>
            </a:r>
          </a:p>
          <a:p>
            <a:pPr lvl="0" indent="0" marL="0">
              <a:buNone/>
            </a:pPr>
            <a:r>
              <a:rPr b="1"/>
              <a:t>Notre moat : technologie + communauté + positionnement clair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11 - Stratégie d’acquisition : convertir les utilisateurs de Strava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Comment faire venir 10 000 utilisateurs Strava en 6 mois</a:t>
            </a:r>
          </a:p>
          <a:p>
            <a:pPr lvl="0" indent="0" marL="0">
              <a:buNone/>
            </a:pPr>
            <a:r>
              <a:rPr b="1"/>
              <a:t>Phase 1 : Ciblage hyper-local (Mois 1-3)</a:t>
            </a:r>
            <a:r>
              <a:rPr/>
              <a:t> - Lancement dans 2-3 villes (Paris, Lyon, Marseille) - Partenariats avec running clubs locaux - Événements “GeoRace Challenge” dans les parcs populaires</a:t>
            </a:r>
          </a:p>
          <a:p>
            <a:pPr lvl="0" indent="0" marL="0">
              <a:buNone/>
            </a:pPr>
            <a:r>
              <a:rPr b="1"/>
              <a:t>Phase 2 : Viralité par le défi (Mois 4-6)</a:t>
            </a:r>
            <a:r>
              <a:rPr/>
              <a:t> - Feature “Inviter un ami Strava à un duel” - Bonus ELO si vous faites venir un nouveau coureur - Classements par ville → compétition entre communautés</a:t>
            </a:r>
          </a:p>
          <a:p>
            <a:pPr lvl="0" indent="0" marL="0">
              <a:buNone/>
            </a:pPr>
            <a:r>
              <a:rPr b="1"/>
              <a:t>Phase 3 : Proof of concept (Mois 6)</a:t>
            </a:r>
            <a:r>
              <a:rPr/>
              <a:t> - 500 utilisateurs actifs - Taux de rétention J7 &gt;40% - Moyenne 6 duels/semaine par utilisateur</a:t>
            </a:r>
          </a:p>
          <a:p>
            <a:pPr lvl="0" indent="0" marL="0">
              <a:buNone/>
            </a:pPr>
            <a:r>
              <a:rPr b="1"/>
              <a:t>Objectif final :</a:t>
            </a:r>
            <a:r>
              <a:rPr/>
              <a:t> Devenir l’app #1 pour la compétition, Strava reste pour le tracking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12 - Comment convertir les utilisateurs existants (Strava/NRC)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Tactiques concrètes pour faire switcher les coureurs des apps concurrentes</a:t>
            </a:r>
          </a:p>
          <a:p>
            <a:pPr lvl="0" indent="0" marL="0">
              <a:buNone/>
            </a:pPr>
            <a:r>
              <a:rPr b="1"/>
              <a:t>1️⃣ ONBOARDING CIBLÉ</a:t>
            </a:r>
            <a:r>
              <a:rPr/>
              <a:t> - Détection automatique de l’utilisation de Strava/NRC (permissions) - Message personnalisé : “Vous utilisez Strava ? Continuez à tracker vos courses là-bas, mais venez COMPÉTITIONNER ici !” - Import optionnel de l’historique pour calculer ELO initial</a:t>
            </a:r>
          </a:p>
          <a:p>
            <a:pPr lvl="0" indent="0" marL="0">
              <a:buNone/>
            </a:pPr>
            <a:r>
              <a:rPr b="1"/>
              <a:t>2️⃣ INVITATIONS IN-APP</a:t>
            </a:r>
            <a:r>
              <a:rPr/>
              <a:t> - Feature “Défier un coureur Strava” : envoi de lien d’invitation personnalisé - Bonus ELO pour parrainage : +50 points si votre filleul gagne son 1er duel - Partage automatique des victoires sur Strava/réseaux sociaux avec CTA “Défie-moi sur GeoRace”</a:t>
            </a:r>
          </a:p>
          <a:p>
            <a:pPr lvl="0" indent="0" marL="0">
              <a:buNone/>
            </a:pPr>
            <a:r>
              <a:rPr b="1"/>
              <a:t>3️⃣ PARTENARIATS RUNNING CLUBS</a:t>
            </a:r>
            <a:r>
              <a:rPr/>
              <a:t> - Sponsoring de clubs locaux : app gratuite Premium pour tous les membres - Organisation d’événements GeoRace Challenge (tournois locaux) - Ambassadeurs communautaires : coureurs influents dans chaque ville</a:t>
            </a:r>
          </a:p>
          <a:p>
            <a:pPr lvl="0" indent="0" marL="0">
              <a:buNone/>
            </a:pPr>
            <a:r>
              <a:rPr b="1"/>
              <a:t>4️⃣ ÉVÉNEMENTS LOCAUX</a:t>
            </a:r>
            <a:r>
              <a:rPr/>
              <a:t> - “GeoRace Challenge” hebdomadaires dans les zones de running populaires - Prix pour les podiums (équipement sportif, abonnements Premium) - Médiatisation locale (presse, réseaux sociaux)</a:t>
            </a:r>
          </a:p>
          <a:p>
            <a:pPr lvl="0" indent="0" marL="0">
              <a:buNone/>
            </a:pPr>
            <a:r>
              <a:rPr b="1"/>
              <a:t>5️⃣ CTA VERS LE DUEL</a:t>
            </a:r>
            <a:r>
              <a:rPr/>
              <a:t> - Push notifications intelligentes : “3 coureurs actifs à 500m, lancez un défi !” - Gamification de l’onboarding : “Gagnez votre 1er duel pour débloquer le classement”</a:t>
            </a:r>
          </a:p>
          <a:p>
            <a:pPr lvl="0" indent="0" marL="0">
              <a:buNone/>
            </a:pPr>
            <a:r>
              <a:rPr b="1"/>
              <a:t>L’objectif : faire coexister les deux apps (Strava = tracking, GeoRace = compétition) puis prendre la place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13 - Le système ELO : matchmaking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Pourquoi le duel reste motivant même après 100 courses</a:t>
            </a:r>
          </a:p>
          <a:p>
            <a:pPr lvl="0" indent="0" marL="0">
              <a:buNone/>
            </a:pPr>
            <a:r>
              <a:rPr b="1"/>
              <a:t>Problème :</a:t>
            </a:r>
            <a:r>
              <a:rPr/>
              <a:t> Si on oppose débutants vs experts → frustration des deux côtés</a:t>
            </a:r>
          </a:p>
          <a:p>
            <a:pPr lvl="0" indent="0" marL="0">
              <a:buNone/>
            </a:pPr>
            <a:r>
              <a:rPr b="1"/>
              <a:t>Solution ELO :</a:t>
            </a:r>
            <a:r>
              <a:rPr/>
              <a:t> - Chaque victoire/défaite ajuste votre score - Algorithme vous oppose à des coureurs de ±100 ELO - Progression visible : Bronze (0-1000) → Platine (2000+)</a:t>
            </a:r>
          </a:p>
          <a:p>
            <a:pPr lvl="0" indent="0" marL="0">
              <a:buNone/>
            </a:pPr>
            <a:r>
              <a:rPr b="1"/>
              <a:t>Exemple concret :</a:t>
            </a:r>
            <a:r>
              <a:rPr/>
              <a:t> - Emma (ELO 1420) bat Lucas (ELO 1450) → +28 points (victoire difficile) - Emma bat Sophie (ELO 1200) → +8 points (victoire facile)</a:t>
            </a:r>
          </a:p>
          <a:p>
            <a:pPr lvl="0" indent="0" marL="0">
              <a:buNone/>
            </a:pPr>
            <a:r>
              <a:rPr b="1"/>
              <a:t>Résultat :</a:t>
            </a:r>
            <a:r>
              <a:rPr/>
              <a:t> Chaque duel est challengeant mais faisable → motivation maximale</a:t>
            </a:r>
          </a:p>
          <a:p>
            <a:pPr lvl="0" indent="0" marL="0">
              <a:buNone/>
            </a:pPr>
            <a:r>
              <a:rPr b="1"/>
              <a:t>Strava ne propose rien de tel.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14 - Aspect social : plus fort que Nike Run Club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Créer une vraie communauté de compétiteurs</a:t>
            </a:r>
          </a:p>
          <a:p>
            <a:pPr lvl="0" indent="0" marL="0">
              <a:buNone/>
            </a:pPr>
            <a:r>
              <a:rPr b="1"/>
              <a:t>FONCTIONNALITÉS SOCIALES :</a:t>
            </a:r>
          </a:p>
          <a:p>
            <a:pPr lvl="0" indent="0" marL="0">
              <a:buNone/>
            </a:pPr>
            <a:r>
              <a:rPr b="1"/>
              <a:t>01 - PROFILS DE COMPÉTITEURS</a:t>
            </a:r>
            <a:r>
              <a:rPr/>
              <a:t> - Statistiques détaillées : ratio victoires/défaites, progression ELO, parcours favoris - Historique des duels : “Vous avez battu Paul 3 fois, il vous a battu 2 fois”</a:t>
            </a:r>
          </a:p>
          <a:p>
            <a:pPr lvl="0" indent="0" marL="0">
              <a:buNone/>
            </a:pPr>
            <a:r>
              <a:rPr b="1"/>
              <a:t>02 - LIGUES LOCALES</a:t>
            </a:r>
            <a:r>
              <a:rPr/>
              <a:t> - Classement par ville/quartier : “Top 10 de Paris 15e” - Tournois hebdomadaires : “Gagnez 3 duels ce week-end pour le badge”</a:t>
            </a:r>
          </a:p>
          <a:p>
            <a:pPr lvl="0" indent="0" marL="0">
              <a:buNone/>
            </a:pPr>
            <a:r>
              <a:rPr b="1"/>
              <a:t>03 - DÉFIS ENTRE AMIS</a:t>
            </a:r>
            <a:r>
              <a:rPr/>
              <a:t> - “Emma défie Paul : course de 2km, RDV Parc Montsouris dans 20min” - Smack talk via chat intégré avant/après la course</a:t>
            </a:r>
          </a:p>
          <a:p>
            <a:pPr lvl="0" indent="0" marL="0">
              <a:buNone/>
            </a:pPr>
            <a:r>
              <a:rPr b="1"/>
              <a:t>Nike Run Club = réseau passif</a:t>
            </a:r>
            <a:br/>
            <a:r>
              <a:rPr b="1"/>
              <a:t>GeoRace = compétition active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15 - Sécurité et anti-triche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Réponses aux objections principales</a:t>
            </a:r>
          </a:p>
          <a:p>
            <a:pPr lvl="0" indent="0" marL="0">
              <a:buNone/>
            </a:pPr>
            <a:r>
              <a:rPr b="1"/>
              <a:t>OBJECTION 1 : “On peut tricher en vélo/voiture”</a:t>
            </a:r>
            <a:r>
              <a:rPr/>
              <a:t> ✅ Détection de vitesse anormale (&gt;18 km/h sur longue durée) ✅ Analyse des patterns GPS (accélération impossible) ✅ Signalement communautaire + vérification manuelle ✅ Bannissement permanent des tricheurs</a:t>
            </a:r>
          </a:p>
          <a:p>
            <a:pPr lvl="0" indent="0" marL="0">
              <a:buNone/>
            </a:pPr>
            <a:r>
              <a:rPr b="1"/>
              <a:t>OBJECTION 2 : “Risque de stalking via GPS”</a:t>
            </a:r>
            <a:r>
              <a:rPr/>
              <a:t> ✅ Position visible UNIQUEMENT pendant les duels actifs ✅ Mode anonyme : pseudonyme, pas de vraie identité ✅ Blocage d’utilisateurs ✅ Zone de confort : accepter duels uniquement dans un périmètre défini</a:t>
            </a:r>
          </a:p>
          <a:p>
            <a:pPr lvl="0" indent="0" marL="0">
              <a:buNone/>
            </a:pPr>
            <a:r>
              <a:rPr b="1"/>
              <a:t>OBJECTION 3 : “Sur-effort dangereux”</a:t>
            </a:r>
            <a:r>
              <a:rPr/>
              <a:t> ✅ Alertes de sécurité si rythme cardiaque trop élevé (intégration montres) ✅ Mode “course prudente” qui limite la vitesse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16 - Modèle économique : freemium optimisé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Convertir la motivation en revenus</a:t>
            </a:r>
          </a:p>
          <a:p>
            <a:pPr lvl="0" indent="0" marL="0">
              <a:buNone/>
            </a:pPr>
            <a:r>
              <a:rPr b="1"/>
              <a:t>GRATUIT (acquisition) :</a:t>
            </a:r>
            <a:r>
              <a:rPr/>
              <a:t> - 3 duels/jour - ELO et classements - Statistiques de base - Événements communautaires</a:t>
            </a:r>
          </a:p>
          <a:p>
            <a:pPr lvl="0" indent="0" marL="0">
              <a:buNone/>
            </a:pPr>
            <a:r>
              <a:rPr b="1"/>
              <a:t>PREMIUM 4,99€/mois (conversion 10-15%) :</a:t>
            </a:r>
            <a:r>
              <a:rPr/>
              <a:t> - </a:t>
            </a:r>
            <a:r>
              <a:rPr b="1"/>
              <a:t>Duels illimités</a:t>
            </a:r>
            <a:r>
              <a:rPr/>
              <a:t> ← valeur principale - Statistiques avancées (zones de vitesse, analyse progression ELO) - Mode entraînement vs vos records passés - Personnalisation (avatars, badges exclusifs) - 0 publicité</a:t>
            </a:r>
          </a:p>
          <a:p>
            <a:pPr lvl="0" indent="0" marL="0">
              <a:buNone/>
            </a:pPr>
            <a:r>
              <a:rPr b="1"/>
              <a:t>REVENUS ADDITIONNELS :</a:t>
            </a:r>
            <a:r>
              <a:rPr/>
              <a:t> - Partenariats Nike/Adidas (sponsoring tournois) - Événements premium 5-10€ (courses organisées avec prix)</a:t>
            </a:r>
          </a:p>
          <a:p>
            <a:pPr lvl="0" indent="0" marL="0">
              <a:buNone/>
            </a:pPr>
            <a:r>
              <a:rPr b="1"/>
              <a:t>LTV estimée :</a:t>
            </a:r>
            <a:r>
              <a:rPr/>
              <a:t> 60€/utilisateur sur 12 mois (vs 12€ pour Strava)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17 - Métriques de succès (objectifs 6 mois)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Comment mesurer la traction</a:t>
            </a:r>
          </a:p>
          <a:p>
            <a:pPr lvl="0" indent="0" marL="0">
              <a:buNone/>
            </a:pPr>
            <a:r>
              <a:rPr b="1"/>
              <a:t>ENGAGEMENT (prouve que le concept marche) :</a:t>
            </a:r>
            <a:r>
              <a:rPr/>
              <a:t> - ✅ Taux de rétention J7 : &gt;40% (vs 25% apps fitness standard) - ✅ Duels/semaine/utilisateur : 6-8 (preuve d’addiction) - ✅ Taux d’acceptation duels : &gt;60% (les gens veulent compétitionner)</a:t>
            </a:r>
          </a:p>
          <a:p>
            <a:pPr lvl="0" indent="0" marL="0">
              <a:buNone/>
            </a:pPr>
            <a:r>
              <a:rPr b="1"/>
              <a:t>CROISSANCE (viralité naturelle) :</a:t>
            </a:r>
            <a:r>
              <a:rPr/>
              <a:t> - ✅ Coefficient K : &gt;1,2 (chaque utilisateur amène 1,2 nouveau) - ✅ Croissance mensuelle : +20% nouveaux utilisateurs - ✅ 500 utilisateurs actifs dans 3 villes pilotes</a:t>
            </a:r>
          </a:p>
          <a:p>
            <a:pPr lvl="0" indent="0" marL="0">
              <a:buNone/>
            </a:pPr>
            <a:r>
              <a:rPr b="1"/>
              <a:t>MONÉTISATION :</a:t>
            </a:r>
            <a:r>
              <a:rPr/>
              <a:t> - ✅ Conversion Premium : 10-12% (vs 5% moyenne marché) - ✅ LTV/CAC : &gt;3 (rentabilité prouvée)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18 - Roadmap : lancement en 3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 (Mois 1-6) : MVP + Proof of Concept</a:t>
            </a:r>
            <a:r>
              <a:rPr/>
              <a:t> - App iOS/Android (React Native) - Duels 1v1, ELO, point équidistant - Lancement Paris + Lyon - </a:t>
            </a:r>
            <a:r>
              <a:rPr b="1"/>
              <a:t>500 utilisateurs actifs, 40% rétention J7</a:t>
            </a:r>
          </a:p>
          <a:p>
            <a:pPr lvl="0" indent="0" marL="0">
              <a:buNone/>
            </a:pPr>
            <a:r>
              <a:rPr b="1"/>
              <a:t>Phase 2 (Mois 7-12) : Gamification et viralité</a:t>
            </a:r>
            <a:r>
              <a:rPr/>
              <a:t> - Badges, profils, ligues locales - Événements hebdomadaires - Feature “Défier un ami” - </a:t>
            </a:r>
            <a:r>
              <a:rPr b="1"/>
              <a:t>5 000 utilisateurs, expansion 5 villes</a:t>
            </a:r>
          </a:p>
          <a:p>
            <a:pPr lvl="0" indent="0" marL="0">
              <a:buNone/>
            </a:pPr>
            <a:r>
              <a:rPr b="1"/>
              <a:t>Phase 3 (An 2) : Scale national</a:t>
            </a:r>
            <a:r>
              <a:rPr/>
              <a:t> - Version Premium - Duels multi-joueurs (3-5 coureurs) - Partenariats marques - </a:t>
            </a:r>
            <a:r>
              <a:rPr b="1"/>
              <a:t>50 000 utilisateurs, 10+ villes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19 - Pourquoi maintenant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 timing parfait pour GeoRace</a:t>
            </a:r>
          </a:p>
          <a:p>
            <a:pPr lvl="0" indent="0" marL="0">
              <a:buNone/>
            </a:pPr>
            <a:r>
              <a:rPr b="1"/>
              <a:t>1. MARCHÉ MATURE MAIS STAGNANT</a:t>
            </a:r>
            <a:r>
              <a:rPr/>
              <a:t> - Strava : 100M users, mais taux engagement en baisse - Utilisateurs cherchent nouveauté et excitation</a:t>
            </a:r>
          </a:p>
          <a:p>
            <a:pPr lvl="0" indent="0" marL="0">
              <a:buNone/>
            </a:pPr>
            <a:r>
              <a:rPr b="1"/>
              <a:t>2. TECHNOLOGIE DISPONIBLE</a:t>
            </a:r>
            <a:r>
              <a:rPr/>
              <a:t> - GPS précis sur tous les smartphones - WebSocket et infra cloud à faible coût - Algorithmes géospatiaux open-source (PostGIS)</a:t>
            </a:r>
          </a:p>
          <a:p>
            <a:pPr lvl="0" indent="0" marL="0">
              <a:buNone/>
            </a:pPr>
            <a:r>
              <a:rPr b="1"/>
              <a:t>3. TENDANCE SOCIALE</a:t>
            </a:r>
            <a:r>
              <a:rPr/>
              <a:t> - Génération Z/Millennials : veulent compétition et instant gratification - Esport et gamification mainstream - Communautés locales en recherche de connexion IRL</a:t>
            </a:r>
          </a:p>
          <a:p>
            <a:pPr lvl="0" indent="0" marL="0">
              <a:buNone/>
            </a:pPr>
            <a:r>
              <a:rPr b="1"/>
              <a:t>4. COVID A BOOSTÉ LE RUNNING</a:t>
            </a:r>
            <a:r>
              <a:rPr/>
              <a:t> - +40% de coureurs réguliers depuis 2020 - Besoin d’interaction sociale post-confinement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20 - Vision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GeoRace ne remplace pas Strava.</a:t>
            </a:r>
            <a:br/>
            <a:r>
              <a:rPr sz="2000" b="1"/>
              <a:t>GeoRace transforme la course en sport compétitif accessible.</a:t>
            </a:r>
          </a:p>
          <a:p>
            <a:pPr lvl="0" indent="0" marL="0">
              <a:buNone/>
            </a:pPr>
            <a:r>
              <a:rPr b="1"/>
              <a:t>Notre ambition :</a:t>
            </a:r>
          </a:p>
          <a:p>
            <a:pPr lvl="0" indent="0" marL="0">
              <a:buNone/>
            </a:pPr>
            <a:r>
              <a:rPr/>
              <a:t>🎯 Devenir la plateforme #1 de compétition running temps réel</a:t>
            </a:r>
            <a:br/>
            <a:r>
              <a:rPr/>
              <a:t>🌍 Créer une communauté mondiale de 1M+ coureurs compétitifs</a:t>
            </a:r>
            <a:br/>
            <a:r>
              <a:rPr/>
              <a:t>🏆 Organiser des ligues professionnelles GeoRace (comme l’esport)</a:t>
            </a:r>
          </a:p>
          <a:p>
            <a:pPr lvl="0" indent="0" marL="0">
              <a:buNone/>
            </a:pPr>
            <a:r>
              <a:rPr b="1"/>
              <a:t>Dans 5 ans :</a:t>
            </a:r>
            <a:r>
              <a:rPr/>
              <a:t> - “Tu es sur GeoRace ?” = nouvelle norme chez les coureurs - Événements physiques GeoRace dans 50 villes - Partenariats JO Paris 2028 (course urbaine compétitive)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21 - Appel à l’action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Pourquoi investir/soutenir GeoRace ?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Concept unique</a:t>
            </a:r>
            <a:r>
              <a:rPr/>
              <a:t> : aucun concurrent direct sur le duel temps réel équitable</a:t>
            </a:r>
            <a:br/>
            <a:r>
              <a:rPr/>
              <a:t>✅ </a:t>
            </a:r>
            <a:r>
              <a:rPr b="1"/>
              <a:t>Marché prouvé</a:t>
            </a:r>
            <a:r>
              <a:rPr/>
              <a:t> : 100M+ utilisateurs apps running cherchent motivation</a:t>
            </a:r>
            <a:br/>
            <a:r>
              <a:rPr/>
              <a:t>✅ </a:t>
            </a:r>
            <a:r>
              <a:rPr b="1"/>
              <a:t>Différenciation forte</a:t>
            </a:r>
            <a:r>
              <a:rPr/>
              <a:t> : impossible pour Strava de pivoter vers notre modèle</a:t>
            </a:r>
            <a:br/>
            <a:r>
              <a:rPr/>
              <a:t>✅ </a:t>
            </a:r>
            <a:r>
              <a:rPr b="1"/>
              <a:t>Équipe motivée</a:t>
            </a:r>
            <a:r>
              <a:rPr/>
              <a:t> : passion pour le running + compétences tech</a:t>
            </a:r>
            <a:br/>
            <a:r>
              <a:rPr/>
              <a:t>✅ </a:t>
            </a:r>
            <a:r>
              <a:rPr b="1"/>
              <a:t>Roadmap claire</a:t>
            </a:r>
            <a:r>
              <a:rPr/>
              <a:t> : MVP en 6 mois, traction mesurable</a:t>
            </a:r>
          </a:p>
          <a:p>
            <a:pPr lvl="0" indent="0" marL="0">
              <a:buNone/>
            </a:pPr>
            <a:r>
              <a:rPr b="1"/>
              <a:t>Prochaines étapes :</a:t>
            </a:r>
            <a:r>
              <a:rPr/>
              <a:t> 1. Finaliser MVP (dev en cours) 2. Tester avec 50 beta-testeurs (running clubs Paris) 3. Lancement public dans 3 mois</a:t>
            </a:r>
          </a:p>
          <a:p>
            <a:pPr lvl="0" indent="0" marL="0">
              <a:buNone/>
            </a:pPr>
            <a:r>
              <a:rPr b="1"/>
              <a:t>Rejoignez-nous pour transformer le running en vraie compétition.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🟦 Slide 22 - Phrase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GeoRace</a:t>
            </a:r>
          </a:p>
          <a:p>
            <a:pPr lvl="0" indent="0" marL="1270000">
              <a:buNone/>
            </a:pPr>
            <a:r>
              <a:rPr sz="2000"/>
              <a:t>Chaque course est un duel.</a:t>
            </a:r>
            <a:br/>
            <a:r>
              <a:rPr sz="2000"/>
              <a:t>Chaque duel est une victoire ou une leçon.</a:t>
            </a:r>
            <a:br/>
            <a:r>
              <a:rPr sz="2000"/>
              <a:t>La motivation ne vient pas du tracking.</a:t>
            </a:r>
            <a:br/>
            <a:r>
              <a:rPr sz="2000"/>
              <a:t>Elle vient de la COMPÉTITION.</a:t>
            </a:r>
          </a:p>
          <a:p>
            <a:pPr lvl="0" indent="0" marL="0">
              <a:buNone/>
            </a:pPr>
            <a:r>
              <a:rPr b="1"/>
              <a:t>Êtes-vous prêt à courir pour GAGNER ?</a:t>
            </a:r>
          </a:p>
          <a:p>
            <a:pPr lvl="0" indent="0" marL="0">
              <a:buNone/>
            </a:pPr>
            <a:r>
              <a:rPr/>
              <a:t>🏁 </a:t>
            </a:r>
            <a:r>
              <a:rPr b="1"/>
              <a:t>GeoRace - Run. Race. Win.</a:t>
            </a: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Différenciateurs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Mode Duel en temps réel: appariement local instantané vers une arrivée équidistante pour garantir l'équité</a:t>
            </a:r>
          </a:p>
          <a:p>
            <a:pPr/>
            <a:r>
              <a:t>Matchmaking ELO: adversaires de niveau comparable et progression visible</a:t>
            </a:r>
          </a:p>
          <a:p>
            <a:pPr/>
            <a:r>
              <a:t>Confidentialité &amp; sécurité: position partagée uniquement pendant le duel, anti‑triche GPS</a:t>
            </a:r>
          </a:p>
          <a:p>
            <a:pPr/>
            <a:r>
              <a:t>Expérience sociale: profils, chat, badges, et défis locaux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les utilisateurs vont basculer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Concurrence immédiate et sociale, pas seulement des classements passifs</a:t>
            </a:r>
          </a:p>
          <a:p>
            <a:pPr/>
            <a:r>
              <a:t>Démarrage sans friction: duels instantanés avec coureurs proches</a:t>
            </a:r>
          </a:p>
          <a:p>
            <a:pPr/>
            <a:r>
              <a:t>Sentiment d'équité et progression mesurable (ELO)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Stratégies d'acquisition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Reprendre des utilisateurs d'apps concurrentes:</a:t>
            </a:r>
          </a:p>
          <a:p>
            <a:pPr lvl="1"/>
            <a:r>
              <a:t>Partenariats locaux (clubs de running, parkrun) et événements "Duel GeoRace"</a:t>
            </a:r>
          </a:p>
          <a:p>
            <a:pPr lvl="1"/>
            <a:r>
              <a:t>Campagnes influenceurs: défis en direct et contenu partageable</a:t>
            </a:r>
          </a:p>
          <a:p>
            <a:pPr lvl="1"/>
            <a:r>
              <a:t>Offres de parrainage pour duels: crédits ou badges pour inviter</a:t>
            </a:r>
          </a:p>
          <a:p>
            <a:pPr lvl="1"/>
            <a:r>
              <a:t>Notifications géolocalisées: proposer un duel quand des coureurs compatibles sont proches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Convaincre les utilisateurs d'essayer GeoRace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Message principal: "Transformez chaque course en compétition instantanée"</a:t>
            </a:r>
          </a:p>
          <a:p>
            <a:pPr lvl="1"/>
            <a:r>
              <a:t>Défiez des coureurs près de chez vous en temps réel</a:t>
            </a:r>
          </a:p>
          <a:p>
            <a:pPr lvl="1"/>
            <a:r>
              <a:t>Courses équitables avec arrivée équidistante garantie</a:t>
            </a:r>
          </a:p>
          <a:p>
            <a:pPr lvl="1"/>
            <a:r>
              <a:t>Progressez avec le système ELO et montez dans les classements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TLX542</dc:creator>
  <cp:keywords/>
  <dcterms:created xsi:type="dcterms:W3CDTF">2026-02-10T10:36:28Z</dcterms:created>
  <dcterms:modified xsi:type="dcterms:W3CDTF">2026-02-10T10:36:28Z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